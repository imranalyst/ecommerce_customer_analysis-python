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56" r:id="rId3"/>
    <p:sldId id="259" r:id="rId4"/>
    <p:sldId id="260" r:id="rId5"/>
    <p:sldId id="262" r:id="rId6"/>
    <p:sldId id="261" r:id="rId7"/>
    <p:sldId id="264" r:id="rId8"/>
    <p:sldId id="265" r:id="rId9"/>
    <p:sldId id="267" r:id="rId10"/>
    <p:sldId id="266" r:id="rId11"/>
    <p:sldId id="263" r:id="rId12"/>
    <p:sldId id="268" r:id="rId13"/>
    <p:sldId id="269" r:id="rId14"/>
    <p:sldId id="270" r:id="rId15"/>
    <p:sldId id="271" r:id="rId16"/>
    <p:sldId id="272" r:id="rId17"/>
    <p:sldId id="273" r:id="rId18"/>
    <p:sldId id="274" r:id="rId19"/>
    <p:sldId id="275" r:id="rId20"/>
    <p:sldId id="276" r:id="rId21"/>
    <p:sldId id="277"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BA23"/>
    <a:srgbClr val="01173B"/>
    <a:srgbClr val="2B0EBE"/>
    <a:srgbClr val="E6DC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AEC61A-EDC7-4599-A9A2-67EEFB5D5395}" v="66" dt="2026-05-28T15:02:42.0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6"/>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Imran Hossain" userId="561a17cef16b55ee" providerId="LiveId" clId="{CCBAD253-E235-4A52-8F01-66940A44DC48}"/>
    <pc:docChg chg="undo redo custSel addSld delSld modSld sldOrd modMainMaster">
      <pc:chgData name="Md. Imran Hossain" userId="561a17cef16b55ee" providerId="LiveId" clId="{CCBAD253-E235-4A52-8F01-66940A44DC48}" dt="2026-05-28T15:26:04.897" v="908" actId="478"/>
      <pc:docMkLst>
        <pc:docMk/>
      </pc:docMkLst>
      <pc:sldChg chg="addSp delSp modSp new mod modTransition setBg modAnim">
        <pc:chgData name="Md. Imran Hossain" userId="561a17cef16b55ee" providerId="LiveId" clId="{CCBAD253-E235-4A52-8F01-66940A44DC48}" dt="2026-05-28T15:02:42.044" v="905"/>
        <pc:sldMkLst>
          <pc:docMk/>
          <pc:sldMk cId="1545000190" sldId="256"/>
        </pc:sldMkLst>
        <pc:spChg chg="del">
          <ac:chgData name="Md. Imran Hossain" userId="561a17cef16b55ee" providerId="LiveId" clId="{CCBAD253-E235-4A52-8F01-66940A44DC48}" dt="2026-05-27T13:55:27.270" v="1" actId="478"/>
          <ac:spMkLst>
            <pc:docMk/>
            <pc:sldMk cId="1545000190" sldId="256"/>
            <ac:spMk id="2" creationId="{06578AB8-64B5-C0A7-8286-322F97FF9ECB}"/>
          </ac:spMkLst>
        </pc:spChg>
        <pc:spChg chg="del">
          <ac:chgData name="Md. Imran Hossain" userId="561a17cef16b55ee" providerId="LiveId" clId="{CCBAD253-E235-4A52-8F01-66940A44DC48}" dt="2026-05-27T13:55:29.906" v="2" actId="478"/>
          <ac:spMkLst>
            <pc:docMk/>
            <pc:sldMk cId="1545000190" sldId="256"/>
            <ac:spMk id="3" creationId="{1699B405-46ED-AF4F-94A7-48E0B6F28EC1}"/>
          </ac:spMkLst>
        </pc:spChg>
        <pc:spChg chg="add del mod">
          <ac:chgData name="Md. Imran Hossain" userId="561a17cef16b55ee" providerId="LiveId" clId="{CCBAD253-E235-4A52-8F01-66940A44DC48}" dt="2026-05-27T14:01:50.929" v="35" actId="478"/>
          <ac:spMkLst>
            <pc:docMk/>
            <pc:sldMk cId="1545000190" sldId="256"/>
            <ac:spMk id="4" creationId="{322C8163-243A-209B-C5F4-7E384CCB9B7D}"/>
          </ac:spMkLst>
        </pc:spChg>
        <pc:spChg chg="add del mod ord">
          <ac:chgData name="Md. Imran Hossain" userId="561a17cef16b55ee" providerId="LiveId" clId="{CCBAD253-E235-4A52-8F01-66940A44DC48}" dt="2026-05-27T14:09:30.475" v="66" actId="478"/>
          <ac:spMkLst>
            <pc:docMk/>
            <pc:sldMk cId="1545000190" sldId="256"/>
            <ac:spMk id="5" creationId="{814BE189-74B7-379C-B5D4-83710386F6C4}"/>
          </ac:spMkLst>
        </pc:spChg>
        <pc:spChg chg="add del mod">
          <ac:chgData name="Md. Imran Hossain" userId="561a17cef16b55ee" providerId="LiveId" clId="{CCBAD253-E235-4A52-8F01-66940A44DC48}" dt="2026-05-27T14:09:25.988" v="64" actId="478"/>
          <ac:spMkLst>
            <pc:docMk/>
            <pc:sldMk cId="1545000190" sldId="256"/>
            <ac:spMk id="6" creationId="{C452F12B-D284-9164-FD82-2627FE2C0BB9}"/>
          </ac:spMkLst>
        </pc:spChg>
        <pc:spChg chg="add del">
          <ac:chgData name="Md. Imran Hossain" userId="561a17cef16b55ee" providerId="LiveId" clId="{CCBAD253-E235-4A52-8F01-66940A44DC48}" dt="2026-05-27T14:09:23.921" v="63" actId="478"/>
          <ac:spMkLst>
            <pc:docMk/>
            <pc:sldMk cId="1545000190" sldId="256"/>
            <ac:spMk id="7" creationId="{B0563358-5441-D387-EB46-D03E175BF41B}"/>
          </ac:spMkLst>
        </pc:spChg>
        <pc:spChg chg="add mod">
          <ac:chgData name="Md. Imran Hossain" userId="561a17cef16b55ee" providerId="LiveId" clId="{CCBAD253-E235-4A52-8F01-66940A44DC48}" dt="2026-05-27T16:16:37.022" v="296"/>
          <ac:spMkLst>
            <pc:docMk/>
            <pc:sldMk cId="1545000190" sldId="256"/>
            <ac:spMk id="14" creationId="{B4F090D3-14EA-2422-5400-7F1247572300}"/>
          </ac:spMkLst>
        </pc:spChg>
        <pc:spChg chg="add del">
          <ac:chgData name="Md. Imran Hossain" userId="561a17cef16b55ee" providerId="LiveId" clId="{CCBAD253-E235-4A52-8F01-66940A44DC48}" dt="2026-05-27T15:20:45.206" v="174" actId="478"/>
          <ac:spMkLst>
            <pc:docMk/>
            <pc:sldMk cId="1545000190" sldId="256"/>
            <ac:spMk id="15" creationId="{AFEFC215-8573-976A-0275-17C6133E53F0}"/>
          </ac:spMkLst>
        </pc:spChg>
        <pc:spChg chg="add del mod">
          <ac:chgData name="Md. Imran Hossain" userId="561a17cef16b55ee" providerId="LiveId" clId="{CCBAD253-E235-4A52-8F01-66940A44DC48}" dt="2026-05-27T16:16:37.022" v="296"/>
          <ac:spMkLst>
            <pc:docMk/>
            <pc:sldMk cId="1545000190" sldId="256"/>
            <ac:spMk id="16" creationId="{37780D86-C953-5502-297F-F812679EEE6F}"/>
          </ac:spMkLst>
        </pc:spChg>
        <pc:spChg chg="add">
          <ac:chgData name="Md. Imran Hossain" userId="561a17cef16b55ee" providerId="LiveId" clId="{CCBAD253-E235-4A52-8F01-66940A44DC48}" dt="2026-05-27T15:23:54.334" v="176"/>
          <ac:spMkLst>
            <pc:docMk/>
            <pc:sldMk cId="1545000190" sldId="256"/>
            <ac:spMk id="17" creationId="{98A40354-214A-2BB2-EC9B-63A08EB2F7AF}"/>
          </ac:spMkLst>
        </pc:spChg>
        <pc:spChg chg="add mod">
          <ac:chgData name="Md. Imran Hossain" userId="561a17cef16b55ee" providerId="LiveId" clId="{CCBAD253-E235-4A52-8F01-66940A44DC48}" dt="2026-05-27T15:24:42.975" v="184" actId="207"/>
          <ac:spMkLst>
            <pc:docMk/>
            <pc:sldMk cId="1545000190" sldId="256"/>
            <ac:spMk id="18" creationId="{9BD7EF95-F664-6848-D568-8E362A1AFEA9}"/>
          </ac:spMkLst>
        </pc:spChg>
        <pc:picChg chg="add del mod ord">
          <ac:chgData name="Md. Imran Hossain" userId="561a17cef16b55ee" providerId="LiveId" clId="{CCBAD253-E235-4A52-8F01-66940A44DC48}" dt="2026-05-28T14:54:57.209" v="904"/>
          <ac:picMkLst>
            <pc:docMk/>
            <pc:sldMk cId="1545000190" sldId="256"/>
            <ac:picMk id="3" creationId="{F330CA66-7B52-5063-7EDA-37260E6BAB70}"/>
          </ac:picMkLst>
        </pc:picChg>
        <pc:picChg chg="add del mod">
          <ac:chgData name="Md. Imran Hossain" userId="561a17cef16b55ee" providerId="LiveId" clId="{CCBAD253-E235-4A52-8F01-66940A44DC48}" dt="2026-05-28T14:48:49.813" v="897"/>
          <ac:picMkLst>
            <pc:docMk/>
            <pc:sldMk cId="1545000190" sldId="256"/>
            <ac:picMk id="4" creationId="{F41C7AC8-5D75-D69E-ADF5-C6FF9C3C9636}"/>
          </ac:picMkLst>
        </pc:picChg>
        <pc:picChg chg="add del mod">
          <ac:chgData name="Md. Imran Hossain" userId="561a17cef16b55ee" providerId="LiveId" clId="{CCBAD253-E235-4A52-8F01-66940A44DC48}" dt="2026-05-28T15:02:42.044" v="905"/>
          <ac:picMkLst>
            <pc:docMk/>
            <pc:sldMk cId="1545000190" sldId="256"/>
            <ac:picMk id="5" creationId="{E49DE6FE-4CA5-254C-669F-C677539351EC}"/>
          </ac:picMkLst>
        </pc:picChg>
        <pc:cxnChg chg="add mod">
          <ac:chgData name="Md. Imran Hossain" userId="561a17cef16b55ee" providerId="LiveId" clId="{CCBAD253-E235-4A52-8F01-66940A44DC48}" dt="2026-05-27T16:16:37.022" v="296"/>
          <ac:cxnSpMkLst>
            <pc:docMk/>
            <pc:sldMk cId="1545000190" sldId="256"/>
            <ac:cxnSpMk id="9" creationId="{42580AB9-6439-7BFF-4AA0-B0E1FBB0F985}"/>
          </ac:cxnSpMkLst>
        </pc:cxnChg>
      </pc:sldChg>
      <pc:sldChg chg="addSp delSp modSp add mod ord modTransition modAnim">
        <pc:chgData name="Md. Imran Hossain" userId="561a17cef16b55ee" providerId="LiveId" clId="{CCBAD253-E235-4A52-8F01-66940A44DC48}" dt="2026-05-28T15:02:42.044" v="905"/>
        <pc:sldMkLst>
          <pc:docMk/>
          <pc:sldMk cId="72557552" sldId="257"/>
        </pc:sldMkLst>
        <pc:picChg chg="add mod">
          <ac:chgData name="Md. Imran Hossain" userId="561a17cef16b55ee" providerId="LiveId" clId="{CCBAD253-E235-4A52-8F01-66940A44DC48}" dt="2026-05-27T16:16:37.022" v="296"/>
          <ac:picMkLst>
            <pc:docMk/>
            <pc:sldMk cId="72557552" sldId="257"/>
            <ac:picMk id="3" creationId="{015B00F7-0A04-9F99-D8EA-FA03FD85B5B8}"/>
          </ac:picMkLst>
        </pc:picChg>
        <pc:picChg chg="add del mod ord">
          <ac:chgData name="Md. Imran Hossain" userId="561a17cef16b55ee" providerId="LiveId" clId="{CCBAD253-E235-4A52-8F01-66940A44DC48}" dt="2026-05-28T14:49:06.375" v="898"/>
          <ac:picMkLst>
            <pc:docMk/>
            <pc:sldMk cId="72557552" sldId="257"/>
            <ac:picMk id="4" creationId="{81F21D08-EE0C-67C3-B401-100343E5F8CD}"/>
          </ac:picMkLst>
        </pc:picChg>
        <pc:picChg chg="add del mod">
          <ac:chgData name="Md. Imran Hossain" userId="561a17cef16b55ee" providerId="LiveId" clId="{CCBAD253-E235-4A52-8F01-66940A44DC48}" dt="2026-05-28T14:52:17.070" v="900"/>
          <ac:picMkLst>
            <pc:docMk/>
            <pc:sldMk cId="72557552" sldId="257"/>
            <ac:picMk id="5" creationId="{797E8665-4496-576E-8811-ED29150E8931}"/>
          </ac:picMkLst>
        </pc:picChg>
        <pc:picChg chg="add del mod">
          <ac:chgData name="Md. Imran Hossain" userId="561a17cef16b55ee" providerId="LiveId" clId="{CCBAD253-E235-4A52-8F01-66940A44DC48}" dt="2026-05-28T14:48:49.813" v="897"/>
          <ac:picMkLst>
            <pc:docMk/>
            <pc:sldMk cId="72557552" sldId="257"/>
            <ac:picMk id="9" creationId="{EDD818AA-F715-A165-05CC-07AC5800954F}"/>
          </ac:picMkLst>
        </pc:picChg>
        <pc:picChg chg="add del mod ord">
          <ac:chgData name="Md. Imran Hossain" userId="561a17cef16b55ee" providerId="LiveId" clId="{CCBAD253-E235-4A52-8F01-66940A44DC48}" dt="2026-05-28T14:52:57.032" v="901"/>
          <ac:picMkLst>
            <pc:docMk/>
            <pc:sldMk cId="72557552" sldId="257"/>
            <ac:picMk id="12" creationId="{B9A246D5-6A26-ACB3-5AED-BA016B4AB59B}"/>
          </ac:picMkLst>
        </pc:picChg>
        <pc:picChg chg="add del mod">
          <ac:chgData name="Md. Imran Hossain" userId="561a17cef16b55ee" providerId="LiveId" clId="{CCBAD253-E235-4A52-8F01-66940A44DC48}" dt="2026-05-28T14:53:11.229" v="903"/>
          <ac:picMkLst>
            <pc:docMk/>
            <pc:sldMk cId="72557552" sldId="257"/>
            <ac:picMk id="13" creationId="{D18963DE-E1AE-8CB2-FDD6-A88D1975436F}"/>
          </ac:picMkLst>
        </pc:picChg>
        <pc:picChg chg="add del mod ord">
          <ac:chgData name="Md. Imran Hossain" userId="561a17cef16b55ee" providerId="LiveId" clId="{CCBAD253-E235-4A52-8F01-66940A44DC48}" dt="2026-05-28T14:54:57.209" v="904"/>
          <ac:picMkLst>
            <pc:docMk/>
            <pc:sldMk cId="72557552" sldId="257"/>
            <ac:picMk id="16" creationId="{36774E73-F0DB-4D51-4E4F-BE9F38B76485}"/>
          </ac:picMkLst>
        </pc:picChg>
        <pc:picChg chg="add del mod">
          <ac:chgData name="Md. Imran Hossain" userId="561a17cef16b55ee" providerId="LiveId" clId="{CCBAD253-E235-4A52-8F01-66940A44DC48}" dt="2026-05-28T15:02:42.044" v="905"/>
          <ac:picMkLst>
            <pc:docMk/>
            <pc:sldMk cId="72557552" sldId="257"/>
            <ac:picMk id="17" creationId="{C80B75F4-590C-EB26-BB8D-252039ED4A6A}"/>
          </ac:picMkLst>
        </pc:picChg>
      </pc:sldChg>
      <pc:sldChg chg="add del">
        <pc:chgData name="Md. Imran Hossain" userId="561a17cef16b55ee" providerId="LiveId" clId="{CCBAD253-E235-4A52-8F01-66940A44DC48}" dt="2026-05-27T14:01:29.485" v="28" actId="47"/>
        <pc:sldMkLst>
          <pc:docMk/>
          <pc:sldMk cId="1920383621" sldId="257"/>
        </pc:sldMkLst>
      </pc:sldChg>
      <pc:sldChg chg="add del">
        <pc:chgData name="Md. Imran Hossain" userId="561a17cef16b55ee" providerId="LiveId" clId="{CCBAD253-E235-4A52-8F01-66940A44DC48}" dt="2026-05-27T17:30:11.432" v="624" actId="47"/>
        <pc:sldMkLst>
          <pc:docMk/>
          <pc:sldMk cId="1731388721" sldId="258"/>
        </pc:sldMkLst>
      </pc:sldChg>
      <pc:sldChg chg="addSp delSp modSp add mod modTransition modAnim">
        <pc:chgData name="Md. Imran Hossain" userId="561a17cef16b55ee" providerId="LiveId" clId="{CCBAD253-E235-4A52-8F01-66940A44DC48}" dt="2026-05-28T15:26:04.897" v="908" actId="478"/>
        <pc:sldMkLst>
          <pc:docMk/>
          <pc:sldMk cId="3736043814" sldId="259"/>
        </pc:sldMkLst>
        <pc:spChg chg="add del mod">
          <ac:chgData name="Md. Imran Hossain" userId="561a17cef16b55ee" providerId="LiveId" clId="{CCBAD253-E235-4A52-8F01-66940A44DC48}" dt="2026-05-27T16:11:54.053" v="270" actId="478"/>
          <ac:spMkLst>
            <pc:docMk/>
            <pc:sldMk cId="3736043814" sldId="259"/>
            <ac:spMk id="2" creationId="{0C4B7ACA-E8CB-18E8-CEAD-14BBCC2357D3}"/>
          </ac:spMkLst>
        </pc:spChg>
        <pc:spChg chg="add del mod">
          <ac:chgData name="Md. Imran Hossain" userId="561a17cef16b55ee" providerId="LiveId" clId="{CCBAD253-E235-4A52-8F01-66940A44DC48}" dt="2026-05-27T16:13:39.383" v="286" actId="478"/>
          <ac:spMkLst>
            <pc:docMk/>
            <pc:sldMk cId="3736043814" sldId="259"/>
            <ac:spMk id="5" creationId="{906CA643-32BB-991D-A0A3-B83DF62E6ECC}"/>
          </ac:spMkLst>
        </pc:spChg>
        <pc:spChg chg="add mod">
          <ac:chgData name="Md. Imran Hossain" userId="561a17cef16b55ee" providerId="LiveId" clId="{CCBAD253-E235-4A52-8F01-66940A44DC48}" dt="2026-05-27T16:48:09.226" v="496" actId="207"/>
          <ac:spMkLst>
            <pc:docMk/>
            <pc:sldMk cId="3736043814" sldId="259"/>
            <ac:spMk id="6" creationId="{3DB443E9-B4E3-C175-83A6-298581B5EBF0}"/>
          </ac:spMkLst>
        </pc:spChg>
        <pc:spChg chg="add mod">
          <ac:chgData name="Md. Imran Hossain" userId="561a17cef16b55ee" providerId="LiveId" clId="{CCBAD253-E235-4A52-8F01-66940A44DC48}" dt="2026-05-27T16:48:16.382" v="497" actId="207"/>
          <ac:spMkLst>
            <pc:docMk/>
            <pc:sldMk cId="3736043814" sldId="259"/>
            <ac:spMk id="7" creationId="{0CF99B94-366D-9D4C-637C-7E975303EEAF}"/>
          </ac:spMkLst>
        </pc:spChg>
        <pc:spChg chg="mod">
          <ac:chgData name="Md. Imran Hossain" userId="561a17cef16b55ee" providerId="LiveId" clId="{CCBAD253-E235-4A52-8F01-66940A44DC48}" dt="2026-05-27T16:16:37.022" v="296"/>
          <ac:spMkLst>
            <pc:docMk/>
            <pc:sldMk cId="3736043814" sldId="259"/>
            <ac:spMk id="14" creationId="{E2F1A0EE-27FB-1406-11EE-0E83E4015B27}"/>
          </ac:spMkLst>
        </pc:spChg>
        <pc:spChg chg="del">
          <ac:chgData name="Md. Imran Hossain" userId="561a17cef16b55ee" providerId="LiveId" clId="{CCBAD253-E235-4A52-8F01-66940A44DC48}" dt="2026-05-27T15:28:55.190" v="212" actId="478"/>
          <ac:spMkLst>
            <pc:docMk/>
            <pc:sldMk cId="3736043814" sldId="259"/>
            <ac:spMk id="16" creationId="{BBCE8E22-2FCE-81A9-3897-1E92E6E3056A}"/>
          </ac:spMkLst>
        </pc:spChg>
        <pc:picChg chg="add del mod ord">
          <ac:chgData name="Md. Imran Hossain" userId="561a17cef16b55ee" providerId="LiveId" clId="{CCBAD253-E235-4A52-8F01-66940A44DC48}" dt="2026-05-28T15:26:04.897" v="908" actId="478"/>
          <ac:picMkLst>
            <pc:docMk/>
            <pc:sldMk cId="3736043814" sldId="259"/>
            <ac:picMk id="2" creationId="{DDFD4C20-38AB-6387-12FE-7C0F1B1B448F}"/>
          </ac:picMkLst>
        </pc:picChg>
        <pc:picChg chg="add del mod">
          <ac:chgData name="Md. Imran Hossain" userId="561a17cef16b55ee" providerId="LiveId" clId="{CCBAD253-E235-4A52-8F01-66940A44DC48}" dt="2026-05-28T14:48:49.813" v="897"/>
          <ac:picMkLst>
            <pc:docMk/>
            <pc:sldMk cId="3736043814" sldId="259"/>
            <ac:picMk id="4" creationId="{3E7273E8-07FA-8F31-98B1-B4A297FA760F}"/>
          </ac:picMkLst>
        </pc:picChg>
        <pc:picChg chg="add del mod">
          <ac:chgData name="Md. Imran Hossain" userId="561a17cef16b55ee" providerId="LiveId" clId="{CCBAD253-E235-4A52-8F01-66940A44DC48}" dt="2026-05-27T16:47:27.429" v="491" actId="478"/>
          <ac:picMkLst>
            <pc:docMk/>
            <pc:sldMk cId="3736043814" sldId="259"/>
            <ac:picMk id="4" creationId="{92231177-A4E8-E433-91B2-4652D1777590}"/>
          </ac:picMkLst>
        </pc:picChg>
        <pc:picChg chg="add mod">
          <ac:chgData name="Md. Imran Hossain" userId="561a17cef16b55ee" providerId="LiveId" clId="{CCBAD253-E235-4A52-8F01-66940A44DC48}" dt="2026-05-27T16:47:56.247" v="495" actId="14100"/>
          <ac:picMkLst>
            <pc:docMk/>
            <pc:sldMk cId="3736043814" sldId="259"/>
            <ac:picMk id="10" creationId="{A002585D-2634-1EC1-2D73-00168F3C6BCA}"/>
          </ac:picMkLst>
        </pc:picChg>
        <pc:cxnChg chg="mod">
          <ac:chgData name="Md. Imran Hossain" userId="561a17cef16b55ee" providerId="LiveId" clId="{CCBAD253-E235-4A52-8F01-66940A44DC48}" dt="2026-05-27T16:16:37.022" v="296"/>
          <ac:cxnSpMkLst>
            <pc:docMk/>
            <pc:sldMk cId="3736043814" sldId="259"/>
            <ac:cxnSpMk id="9" creationId="{691EA64B-189C-9349-245B-F2F866D98F3D}"/>
          </ac:cxnSpMkLst>
        </pc:cxnChg>
      </pc:sldChg>
      <pc:sldChg chg="addSp delSp modSp add mod modTransition modAnim">
        <pc:chgData name="Md. Imran Hossain" userId="561a17cef16b55ee" providerId="LiveId" clId="{CCBAD253-E235-4A52-8F01-66940A44DC48}" dt="2026-05-28T15:26:00.989" v="907" actId="478"/>
        <pc:sldMkLst>
          <pc:docMk/>
          <pc:sldMk cId="465984362" sldId="260"/>
        </pc:sldMkLst>
        <pc:spChg chg="mod">
          <ac:chgData name="Md. Imran Hossain" userId="561a17cef16b55ee" providerId="LiveId" clId="{CCBAD253-E235-4A52-8F01-66940A44DC48}" dt="2026-05-27T16:26:21.116" v="398" actId="113"/>
          <ac:spMkLst>
            <pc:docMk/>
            <pc:sldMk cId="465984362" sldId="260"/>
            <ac:spMk id="6" creationId="{ACF63E95-B9CB-147E-71A4-342E5BE5AD3D}"/>
          </ac:spMkLst>
        </pc:spChg>
        <pc:spChg chg="mod">
          <ac:chgData name="Md. Imran Hossain" userId="561a17cef16b55ee" providerId="LiveId" clId="{CCBAD253-E235-4A52-8F01-66940A44DC48}" dt="2026-05-27T16:27:25.895" v="401" actId="207"/>
          <ac:spMkLst>
            <pc:docMk/>
            <pc:sldMk cId="465984362" sldId="260"/>
            <ac:spMk id="7" creationId="{479E8525-61FE-C8D6-4C9A-243BE881B951}"/>
          </ac:spMkLst>
        </pc:spChg>
        <pc:spChg chg="mod">
          <ac:chgData name="Md. Imran Hossain" userId="561a17cef16b55ee" providerId="LiveId" clId="{CCBAD253-E235-4A52-8F01-66940A44DC48}" dt="2026-05-27T16:22:16.807" v="381" actId="14100"/>
          <ac:spMkLst>
            <pc:docMk/>
            <pc:sldMk cId="465984362" sldId="260"/>
            <ac:spMk id="14" creationId="{0FF5B1F6-D526-B0F1-7F25-82A8CE9FDFD5}"/>
          </ac:spMkLst>
        </pc:spChg>
        <pc:picChg chg="add del mod ord">
          <ac:chgData name="Md. Imran Hossain" userId="561a17cef16b55ee" providerId="LiveId" clId="{CCBAD253-E235-4A52-8F01-66940A44DC48}" dt="2026-05-28T15:26:00.989" v="907" actId="478"/>
          <ac:picMkLst>
            <pc:docMk/>
            <pc:sldMk cId="465984362" sldId="260"/>
            <ac:picMk id="2" creationId="{1E782210-F3D3-A3A8-CBD2-60C4BD40840B}"/>
          </ac:picMkLst>
        </pc:picChg>
        <pc:picChg chg="add del mod">
          <ac:chgData name="Md. Imran Hossain" userId="561a17cef16b55ee" providerId="LiveId" clId="{CCBAD253-E235-4A52-8F01-66940A44DC48}" dt="2026-05-27T16:50:19.737" v="498" actId="478"/>
          <ac:picMkLst>
            <pc:docMk/>
            <pc:sldMk cId="465984362" sldId="260"/>
            <ac:picMk id="3" creationId="{58D11022-80C7-6EC2-C582-932E860DC182}"/>
          </ac:picMkLst>
        </pc:picChg>
        <pc:picChg chg="del mod">
          <ac:chgData name="Md. Imran Hossain" userId="561a17cef16b55ee" providerId="LiveId" clId="{CCBAD253-E235-4A52-8F01-66940A44DC48}" dt="2026-05-27T16:23:48.789" v="389" actId="478"/>
          <ac:picMkLst>
            <pc:docMk/>
            <pc:sldMk cId="465984362" sldId="260"/>
            <ac:picMk id="4" creationId="{A2D30F92-20B6-A6A6-0DE8-A34F6A876E9E}"/>
          </ac:picMkLst>
        </pc:picChg>
        <pc:picChg chg="add del mod">
          <ac:chgData name="Md. Imran Hossain" userId="561a17cef16b55ee" providerId="LiveId" clId="{CCBAD253-E235-4A52-8F01-66940A44DC48}" dt="2026-05-28T14:48:49.813" v="897"/>
          <ac:picMkLst>
            <pc:docMk/>
            <pc:sldMk cId="465984362" sldId="260"/>
            <ac:picMk id="4" creationId="{A57D008F-50B9-B77B-DD04-060416E1F786}"/>
          </ac:picMkLst>
        </pc:picChg>
        <pc:picChg chg="add mod">
          <ac:chgData name="Md. Imran Hossain" userId="561a17cef16b55ee" providerId="LiveId" clId="{CCBAD253-E235-4A52-8F01-66940A44DC48}" dt="2026-05-27T16:50:41.419" v="504" actId="14100"/>
          <ac:picMkLst>
            <pc:docMk/>
            <pc:sldMk cId="465984362" sldId="260"/>
            <ac:picMk id="8" creationId="{D9C359CC-9EE7-119B-DDF4-E38F46972C90}"/>
          </ac:picMkLst>
        </pc:picChg>
      </pc:sldChg>
      <pc:sldChg chg="addSp delSp modSp add mod modTransition">
        <pc:chgData name="Md. Imran Hossain" userId="561a17cef16b55ee" providerId="LiveId" clId="{CCBAD253-E235-4A52-8F01-66940A44DC48}" dt="2026-05-28T15:02:42.044" v="905"/>
        <pc:sldMkLst>
          <pc:docMk/>
          <pc:sldMk cId="451615273" sldId="261"/>
        </pc:sldMkLst>
        <pc:spChg chg="mod">
          <ac:chgData name="Md. Imran Hossain" userId="561a17cef16b55ee" providerId="LiveId" clId="{CCBAD253-E235-4A52-8F01-66940A44DC48}" dt="2026-05-27T16:33:51.994" v="433" actId="20577"/>
          <ac:spMkLst>
            <pc:docMk/>
            <pc:sldMk cId="451615273" sldId="261"/>
            <ac:spMk id="6" creationId="{8C45D5B7-1C07-A070-48B2-2A909A0A97DA}"/>
          </ac:spMkLst>
        </pc:spChg>
        <pc:spChg chg="mod">
          <ac:chgData name="Md. Imran Hossain" userId="561a17cef16b55ee" providerId="LiveId" clId="{CCBAD253-E235-4A52-8F01-66940A44DC48}" dt="2026-05-27T16:34:14.201" v="435" actId="20577"/>
          <ac:spMkLst>
            <pc:docMk/>
            <pc:sldMk cId="451615273" sldId="261"/>
            <ac:spMk id="7" creationId="{DEBFE7FE-0044-6BFE-0B7F-161CFD141C27}"/>
          </ac:spMkLst>
        </pc:spChg>
        <pc:spChg chg="mod">
          <ac:chgData name="Md. Imran Hossain" userId="561a17cef16b55ee" providerId="LiveId" clId="{CCBAD253-E235-4A52-8F01-66940A44DC48}" dt="2026-05-27T16:32:37.501" v="422" actId="1076"/>
          <ac:spMkLst>
            <pc:docMk/>
            <pc:sldMk cId="451615273" sldId="261"/>
            <ac:spMk id="14" creationId="{D7D5BE71-237B-20A4-C35A-BDD7E32F979B}"/>
          </ac:spMkLst>
        </pc:spChg>
        <pc:picChg chg="del">
          <ac:chgData name="Md. Imran Hossain" userId="561a17cef16b55ee" providerId="LiveId" clId="{CCBAD253-E235-4A52-8F01-66940A44DC48}" dt="2026-05-27T16:32:47.945" v="423" actId="478"/>
          <ac:picMkLst>
            <pc:docMk/>
            <pc:sldMk cId="451615273" sldId="261"/>
            <ac:picMk id="3" creationId="{5C6DF329-FCE6-A30D-FC2D-2F76B5C368D1}"/>
          </ac:picMkLst>
        </pc:picChg>
        <pc:picChg chg="add del mod">
          <ac:chgData name="Md. Imran Hossain" userId="561a17cef16b55ee" providerId="LiveId" clId="{CCBAD253-E235-4A52-8F01-66940A44DC48}" dt="2026-05-27T17:08:39.414" v="510" actId="478"/>
          <ac:picMkLst>
            <pc:docMk/>
            <pc:sldMk cId="451615273" sldId="261"/>
            <ac:picMk id="4" creationId="{3792E7B6-59F5-5B50-B8DE-360BD5DC51D8}"/>
          </ac:picMkLst>
        </pc:picChg>
        <pc:picChg chg="add mod">
          <ac:chgData name="Md. Imran Hossain" userId="561a17cef16b55ee" providerId="LiveId" clId="{CCBAD253-E235-4A52-8F01-66940A44DC48}" dt="2026-05-27T17:09:09.485" v="516" actId="14100"/>
          <ac:picMkLst>
            <pc:docMk/>
            <pc:sldMk cId="451615273" sldId="261"/>
            <ac:picMk id="8" creationId="{1A714A9F-9731-812C-5A35-DF83EFA448D5}"/>
          </ac:picMkLst>
        </pc:picChg>
      </pc:sldChg>
      <pc:sldChg chg="addSp delSp modSp add mod modTransition modAnim">
        <pc:chgData name="Md. Imran Hossain" userId="561a17cef16b55ee" providerId="LiveId" clId="{CCBAD253-E235-4A52-8F01-66940A44DC48}" dt="2026-05-28T15:25:57.859" v="906" actId="478"/>
        <pc:sldMkLst>
          <pc:docMk/>
          <pc:sldMk cId="1450919603" sldId="262"/>
        </pc:sldMkLst>
        <pc:spChg chg="mod">
          <ac:chgData name="Md. Imran Hossain" userId="561a17cef16b55ee" providerId="LiveId" clId="{CCBAD253-E235-4A52-8F01-66940A44DC48}" dt="2026-05-27T16:30:04.570" v="413"/>
          <ac:spMkLst>
            <pc:docMk/>
            <pc:sldMk cId="1450919603" sldId="262"/>
            <ac:spMk id="6" creationId="{1D933E7A-82DC-EB44-47AE-135EE2C48D4E}"/>
          </ac:spMkLst>
        </pc:spChg>
        <pc:spChg chg="mod">
          <ac:chgData name="Md. Imran Hossain" userId="561a17cef16b55ee" providerId="LiveId" clId="{CCBAD253-E235-4A52-8F01-66940A44DC48}" dt="2026-05-27T16:31:00.913" v="418" actId="123"/>
          <ac:spMkLst>
            <pc:docMk/>
            <pc:sldMk cId="1450919603" sldId="262"/>
            <ac:spMk id="7" creationId="{8F8C0E65-506F-E68B-34E9-8EC86B6196E7}"/>
          </ac:spMkLst>
        </pc:spChg>
        <pc:spChg chg="mod">
          <ac:chgData name="Md. Imran Hossain" userId="561a17cef16b55ee" providerId="LiveId" clId="{CCBAD253-E235-4A52-8F01-66940A44DC48}" dt="2026-05-27T16:28:36.844" v="406" actId="20577"/>
          <ac:spMkLst>
            <pc:docMk/>
            <pc:sldMk cId="1450919603" sldId="262"/>
            <ac:spMk id="14" creationId="{247CDCA5-EB85-49E3-26EE-8DEF15E08FA6}"/>
          </ac:spMkLst>
        </pc:spChg>
        <pc:picChg chg="add del mod ord">
          <ac:chgData name="Md. Imran Hossain" userId="561a17cef16b55ee" providerId="LiveId" clId="{CCBAD253-E235-4A52-8F01-66940A44DC48}" dt="2026-05-28T15:25:57.859" v="906" actId="478"/>
          <ac:picMkLst>
            <pc:docMk/>
            <pc:sldMk cId="1450919603" sldId="262"/>
            <ac:picMk id="2" creationId="{6F4E2E74-C178-DA81-1947-64F6AF7A3C7F}"/>
          </ac:picMkLst>
        </pc:picChg>
        <pc:picChg chg="del">
          <ac:chgData name="Md. Imran Hossain" userId="561a17cef16b55ee" providerId="LiveId" clId="{CCBAD253-E235-4A52-8F01-66940A44DC48}" dt="2026-05-27T16:29:05.150" v="407" actId="478"/>
          <ac:picMkLst>
            <pc:docMk/>
            <pc:sldMk cId="1450919603" sldId="262"/>
            <ac:picMk id="3" creationId="{4F63FFB4-A70D-1572-1945-9E30062FF5E5}"/>
          </ac:picMkLst>
        </pc:picChg>
        <pc:picChg chg="add del mod">
          <ac:chgData name="Md. Imran Hossain" userId="561a17cef16b55ee" providerId="LiveId" clId="{CCBAD253-E235-4A52-8F01-66940A44DC48}" dt="2026-05-28T14:48:49.813" v="897"/>
          <ac:picMkLst>
            <pc:docMk/>
            <pc:sldMk cId="1450919603" sldId="262"/>
            <ac:picMk id="3" creationId="{C440CE0B-97C6-7D72-13C9-CB9494BA3206}"/>
          </ac:picMkLst>
        </pc:picChg>
        <pc:picChg chg="add del mod">
          <ac:chgData name="Md. Imran Hossain" userId="561a17cef16b55ee" providerId="LiveId" clId="{CCBAD253-E235-4A52-8F01-66940A44DC48}" dt="2026-05-27T17:07:12.665" v="505" actId="478"/>
          <ac:picMkLst>
            <pc:docMk/>
            <pc:sldMk cId="1450919603" sldId="262"/>
            <ac:picMk id="4" creationId="{80C801A4-E063-94D3-961A-8DD129FCE10A}"/>
          </ac:picMkLst>
        </pc:picChg>
        <pc:picChg chg="add mod">
          <ac:chgData name="Md. Imran Hossain" userId="561a17cef16b55ee" providerId="LiveId" clId="{CCBAD253-E235-4A52-8F01-66940A44DC48}" dt="2026-05-27T17:07:25.813" v="509" actId="14100"/>
          <ac:picMkLst>
            <pc:docMk/>
            <pc:sldMk cId="1450919603" sldId="262"/>
            <ac:picMk id="8" creationId="{5BF01F17-B2C6-B933-5328-134BAD4B25DB}"/>
          </ac:picMkLst>
        </pc:picChg>
      </pc:sldChg>
      <pc:sldChg chg="addSp delSp modSp add mod modTransition">
        <pc:chgData name="Md. Imran Hossain" userId="561a17cef16b55ee" providerId="LiveId" clId="{CCBAD253-E235-4A52-8F01-66940A44DC48}" dt="2026-05-28T15:02:42.044" v="905"/>
        <pc:sldMkLst>
          <pc:docMk/>
          <pc:sldMk cId="1214340160" sldId="263"/>
        </pc:sldMkLst>
        <pc:spChg chg="mod">
          <ac:chgData name="Md. Imran Hossain" userId="561a17cef16b55ee" providerId="LiveId" clId="{CCBAD253-E235-4A52-8F01-66940A44DC48}" dt="2026-05-27T17:29:05.447" v="613"/>
          <ac:spMkLst>
            <pc:docMk/>
            <pc:sldMk cId="1214340160" sldId="263"/>
            <ac:spMk id="6" creationId="{612089AC-DCE6-C780-DD85-A0ABB2836125}"/>
          </ac:spMkLst>
        </pc:spChg>
        <pc:spChg chg="mod">
          <ac:chgData name="Md. Imran Hossain" userId="561a17cef16b55ee" providerId="LiveId" clId="{CCBAD253-E235-4A52-8F01-66940A44DC48}" dt="2026-05-27T17:25:55.836" v="597" actId="20577"/>
          <ac:spMkLst>
            <pc:docMk/>
            <pc:sldMk cId="1214340160" sldId="263"/>
            <ac:spMk id="7" creationId="{5CFA8F35-35B9-6111-CB3B-800CB5399ABE}"/>
          </ac:spMkLst>
        </pc:spChg>
        <pc:spChg chg="mod">
          <ac:chgData name="Md. Imran Hossain" userId="561a17cef16b55ee" providerId="LiveId" clId="{CCBAD253-E235-4A52-8F01-66940A44DC48}" dt="2026-05-27T17:24:39.383" v="585" actId="20577"/>
          <ac:spMkLst>
            <pc:docMk/>
            <pc:sldMk cId="1214340160" sldId="263"/>
            <ac:spMk id="14" creationId="{A4730008-E13D-81C9-7EC9-1F1D3CB5BE13}"/>
          </ac:spMkLst>
        </pc:spChg>
        <pc:picChg chg="del">
          <ac:chgData name="Md. Imran Hossain" userId="561a17cef16b55ee" providerId="LiveId" clId="{CCBAD253-E235-4A52-8F01-66940A44DC48}" dt="2026-05-27T17:24:50.553" v="586" actId="478"/>
          <ac:picMkLst>
            <pc:docMk/>
            <pc:sldMk cId="1214340160" sldId="263"/>
            <ac:picMk id="3" creationId="{B55435B1-B47C-6A8B-C126-FD94FC6798AB}"/>
          </ac:picMkLst>
        </pc:picChg>
        <pc:picChg chg="add mod">
          <ac:chgData name="Md. Imran Hossain" userId="561a17cef16b55ee" providerId="LiveId" clId="{CCBAD253-E235-4A52-8F01-66940A44DC48}" dt="2026-05-27T17:25:23.567" v="593" actId="14100"/>
          <ac:picMkLst>
            <pc:docMk/>
            <pc:sldMk cId="1214340160" sldId="263"/>
            <ac:picMk id="4" creationId="{7CDE4155-36BC-09C8-21B8-2B77467EB701}"/>
          </ac:picMkLst>
        </pc:picChg>
      </pc:sldChg>
      <pc:sldChg chg="addSp delSp modSp add mod modTransition">
        <pc:chgData name="Md. Imran Hossain" userId="561a17cef16b55ee" providerId="LiveId" clId="{CCBAD253-E235-4A52-8F01-66940A44DC48}" dt="2026-05-28T15:02:42.044" v="905"/>
        <pc:sldMkLst>
          <pc:docMk/>
          <pc:sldMk cId="3007880989" sldId="264"/>
        </pc:sldMkLst>
        <pc:spChg chg="mod">
          <ac:chgData name="Md. Imran Hossain" userId="561a17cef16b55ee" providerId="LiveId" clId="{CCBAD253-E235-4A52-8F01-66940A44DC48}" dt="2026-05-27T16:36:45.631" v="451" actId="20577"/>
          <ac:spMkLst>
            <pc:docMk/>
            <pc:sldMk cId="3007880989" sldId="264"/>
            <ac:spMk id="6" creationId="{94B1936E-95D2-9D55-E59D-958DAB17ED4A}"/>
          </ac:spMkLst>
        </pc:spChg>
        <pc:spChg chg="mod">
          <ac:chgData name="Md. Imran Hossain" userId="561a17cef16b55ee" providerId="LiveId" clId="{CCBAD253-E235-4A52-8F01-66940A44DC48}" dt="2026-05-27T16:36:50.094" v="453" actId="20577"/>
          <ac:spMkLst>
            <pc:docMk/>
            <pc:sldMk cId="3007880989" sldId="264"/>
            <ac:spMk id="7" creationId="{CBE76680-299A-A174-8F96-677716784454}"/>
          </ac:spMkLst>
        </pc:spChg>
        <pc:spChg chg="mod">
          <ac:chgData name="Md. Imran Hossain" userId="561a17cef16b55ee" providerId="LiveId" clId="{CCBAD253-E235-4A52-8F01-66940A44DC48}" dt="2026-05-27T16:35:08.891" v="439" actId="20577"/>
          <ac:spMkLst>
            <pc:docMk/>
            <pc:sldMk cId="3007880989" sldId="264"/>
            <ac:spMk id="14" creationId="{B7B66FD9-E440-F225-CF8C-8B749B49E370}"/>
          </ac:spMkLst>
        </pc:spChg>
        <pc:picChg chg="add del mod">
          <ac:chgData name="Md. Imran Hossain" userId="561a17cef16b55ee" providerId="LiveId" clId="{CCBAD253-E235-4A52-8F01-66940A44DC48}" dt="2026-05-27T17:11:19.842" v="517" actId="478"/>
          <ac:picMkLst>
            <pc:docMk/>
            <pc:sldMk cId="3007880989" sldId="264"/>
            <ac:picMk id="3" creationId="{E4B45D3F-527A-5413-7C40-52C388170B2A}"/>
          </ac:picMkLst>
        </pc:picChg>
        <pc:picChg chg="del">
          <ac:chgData name="Md. Imran Hossain" userId="561a17cef16b55ee" providerId="LiveId" clId="{CCBAD253-E235-4A52-8F01-66940A44DC48}" dt="2026-05-27T16:35:25.412" v="440" actId="478"/>
          <ac:picMkLst>
            <pc:docMk/>
            <pc:sldMk cId="3007880989" sldId="264"/>
            <ac:picMk id="4" creationId="{38A76E43-653A-1156-2297-23F77BFAE20B}"/>
          </ac:picMkLst>
        </pc:picChg>
        <pc:picChg chg="add mod">
          <ac:chgData name="Md. Imran Hossain" userId="561a17cef16b55ee" providerId="LiveId" clId="{CCBAD253-E235-4A52-8F01-66940A44DC48}" dt="2026-05-27T17:11:40.581" v="522" actId="14100"/>
          <ac:picMkLst>
            <pc:docMk/>
            <pc:sldMk cId="3007880989" sldId="264"/>
            <ac:picMk id="8" creationId="{C5377F58-BF71-C69C-149E-77CB9D0EF75B}"/>
          </ac:picMkLst>
        </pc:picChg>
      </pc:sldChg>
      <pc:sldChg chg="addSp delSp modSp add mod modTransition">
        <pc:chgData name="Md. Imran Hossain" userId="561a17cef16b55ee" providerId="LiveId" clId="{CCBAD253-E235-4A52-8F01-66940A44DC48}" dt="2026-05-28T15:02:42.044" v="905"/>
        <pc:sldMkLst>
          <pc:docMk/>
          <pc:sldMk cId="3038952495" sldId="265"/>
        </pc:sldMkLst>
        <pc:spChg chg="mod">
          <ac:chgData name="Md. Imran Hossain" userId="561a17cef16b55ee" providerId="LiveId" clId="{CCBAD253-E235-4A52-8F01-66940A44DC48}" dt="2026-05-27T16:39:19.808" v="474" actId="123"/>
          <ac:spMkLst>
            <pc:docMk/>
            <pc:sldMk cId="3038952495" sldId="265"/>
            <ac:spMk id="6" creationId="{D21B5B36-0CF4-73CE-881B-DEABC6CA446B}"/>
          </ac:spMkLst>
        </pc:spChg>
        <pc:spChg chg="mod">
          <ac:chgData name="Md. Imran Hossain" userId="561a17cef16b55ee" providerId="LiveId" clId="{CCBAD253-E235-4A52-8F01-66940A44DC48}" dt="2026-05-27T16:39:54.047" v="476" actId="20577"/>
          <ac:spMkLst>
            <pc:docMk/>
            <pc:sldMk cId="3038952495" sldId="265"/>
            <ac:spMk id="7" creationId="{7B686477-9828-C550-144D-58E0745D259C}"/>
          </ac:spMkLst>
        </pc:spChg>
        <pc:spChg chg="mod">
          <ac:chgData name="Md. Imran Hossain" userId="561a17cef16b55ee" providerId="LiveId" clId="{CCBAD253-E235-4A52-8F01-66940A44DC48}" dt="2026-05-27T16:37:43.901" v="458" actId="1076"/>
          <ac:spMkLst>
            <pc:docMk/>
            <pc:sldMk cId="3038952495" sldId="265"/>
            <ac:spMk id="14" creationId="{84AAF45F-FA8A-905F-D854-5424627570BE}"/>
          </ac:spMkLst>
        </pc:spChg>
        <pc:picChg chg="del">
          <ac:chgData name="Md. Imran Hossain" userId="561a17cef16b55ee" providerId="LiveId" clId="{CCBAD253-E235-4A52-8F01-66940A44DC48}" dt="2026-05-27T16:37:53.645" v="459" actId="478"/>
          <ac:picMkLst>
            <pc:docMk/>
            <pc:sldMk cId="3038952495" sldId="265"/>
            <ac:picMk id="3" creationId="{00DFEEE8-E0D4-3BDF-409C-8C8611FBC596}"/>
          </ac:picMkLst>
        </pc:picChg>
        <pc:picChg chg="add del mod">
          <ac:chgData name="Md. Imran Hossain" userId="561a17cef16b55ee" providerId="LiveId" clId="{CCBAD253-E235-4A52-8F01-66940A44DC48}" dt="2026-05-27T17:13:46.084" v="523" actId="478"/>
          <ac:picMkLst>
            <pc:docMk/>
            <pc:sldMk cId="3038952495" sldId="265"/>
            <ac:picMk id="4" creationId="{2EC39C34-B33C-D8F3-7DD8-AAD3F72BE049}"/>
          </ac:picMkLst>
        </pc:picChg>
        <pc:picChg chg="add mod">
          <ac:chgData name="Md. Imran Hossain" userId="561a17cef16b55ee" providerId="LiveId" clId="{CCBAD253-E235-4A52-8F01-66940A44DC48}" dt="2026-05-27T17:14:22.904" v="539" actId="1036"/>
          <ac:picMkLst>
            <pc:docMk/>
            <pc:sldMk cId="3038952495" sldId="265"/>
            <ac:picMk id="8" creationId="{C1A39D3C-40DC-0DE7-016B-FB7BDDF18675}"/>
          </ac:picMkLst>
        </pc:picChg>
      </pc:sldChg>
      <pc:sldChg chg="addSp delSp modSp add mod modTransition">
        <pc:chgData name="Md. Imran Hossain" userId="561a17cef16b55ee" providerId="LiveId" clId="{CCBAD253-E235-4A52-8F01-66940A44DC48}" dt="2026-05-28T15:02:42.044" v="905"/>
        <pc:sldMkLst>
          <pc:docMk/>
          <pc:sldMk cId="4175657236" sldId="266"/>
        </pc:sldMkLst>
        <pc:spChg chg="mod">
          <ac:chgData name="Md. Imran Hossain" userId="561a17cef16b55ee" providerId="LiveId" clId="{CCBAD253-E235-4A52-8F01-66940A44DC48}" dt="2026-05-27T17:21:32.723" v="565" actId="20577"/>
          <ac:spMkLst>
            <pc:docMk/>
            <pc:sldMk cId="4175657236" sldId="266"/>
            <ac:spMk id="6" creationId="{741F7E01-EB72-0F46-785A-FD47C4F27319}"/>
          </ac:spMkLst>
        </pc:spChg>
        <pc:spChg chg="mod">
          <ac:chgData name="Md. Imran Hossain" userId="561a17cef16b55ee" providerId="LiveId" clId="{CCBAD253-E235-4A52-8F01-66940A44DC48}" dt="2026-05-27T17:21:51.949" v="567" actId="20577"/>
          <ac:spMkLst>
            <pc:docMk/>
            <pc:sldMk cId="4175657236" sldId="266"/>
            <ac:spMk id="7" creationId="{925B894B-E833-7DAA-DD2C-47F5FB64C646}"/>
          </ac:spMkLst>
        </pc:spChg>
        <pc:spChg chg="mod">
          <ac:chgData name="Md. Imran Hossain" userId="561a17cef16b55ee" providerId="LiveId" clId="{CCBAD253-E235-4A52-8F01-66940A44DC48}" dt="2026-05-27T17:20:48.145" v="563" actId="20577"/>
          <ac:spMkLst>
            <pc:docMk/>
            <pc:sldMk cId="4175657236" sldId="266"/>
            <ac:spMk id="14" creationId="{32DCE685-EC29-3817-6753-9B71C70E52A1}"/>
          </ac:spMkLst>
        </pc:spChg>
        <pc:picChg chg="add del">
          <ac:chgData name="Md. Imran Hossain" userId="561a17cef16b55ee" providerId="LiveId" clId="{CCBAD253-E235-4A52-8F01-66940A44DC48}" dt="2026-05-27T16:47:22.905" v="490" actId="478"/>
          <ac:picMkLst>
            <pc:docMk/>
            <pc:sldMk cId="4175657236" sldId="266"/>
            <ac:picMk id="3" creationId="{2A3C081D-6190-07DB-0497-829321FD2A68}"/>
          </ac:picMkLst>
        </pc:picChg>
        <pc:picChg chg="del">
          <ac:chgData name="Md. Imran Hossain" userId="561a17cef16b55ee" providerId="LiveId" clId="{CCBAD253-E235-4A52-8F01-66940A44DC48}" dt="2026-05-27T17:15:57.075" v="540" actId="478"/>
          <ac:picMkLst>
            <pc:docMk/>
            <pc:sldMk cId="4175657236" sldId="266"/>
            <ac:picMk id="4" creationId="{45AECABE-6A0F-359C-BEA3-866B71F3A538}"/>
          </ac:picMkLst>
        </pc:picChg>
        <pc:picChg chg="add del mod">
          <ac:chgData name="Md. Imran Hossain" userId="561a17cef16b55ee" providerId="LiveId" clId="{CCBAD253-E235-4A52-8F01-66940A44DC48}" dt="2026-05-27T17:17:24.386" v="549" actId="478"/>
          <ac:picMkLst>
            <pc:docMk/>
            <pc:sldMk cId="4175657236" sldId="266"/>
            <ac:picMk id="8" creationId="{C437B854-4FB5-31C3-0B50-C7E82498ACF7}"/>
          </ac:picMkLst>
        </pc:picChg>
        <pc:picChg chg="add mod">
          <ac:chgData name="Md. Imran Hossain" userId="561a17cef16b55ee" providerId="LiveId" clId="{CCBAD253-E235-4A52-8F01-66940A44DC48}" dt="2026-05-27T17:17:58.877" v="558" actId="1076"/>
          <ac:picMkLst>
            <pc:docMk/>
            <pc:sldMk cId="4175657236" sldId="266"/>
            <ac:picMk id="11" creationId="{DCEB65E5-8635-FF0A-27EA-AC8E8FD634A3}"/>
          </ac:picMkLst>
        </pc:picChg>
      </pc:sldChg>
      <pc:sldChg chg="addSp delSp modSp add mod modTransition">
        <pc:chgData name="Md. Imran Hossain" userId="561a17cef16b55ee" providerId="LiveId" clId="{CCBAD253-E235-4A52-8F01-66940A44DC48}" dt="2026-05-28T15:02:42.044" v="905"/>
        <pc:sldMkLst>
          <pc:docMk/>
          <pc:sldMk cId="3358803861" sldId="267"/>
        </pc:sldMkLst>
        <pc:spChg chg="mod">
          <ac:chgData name="Md. Imran Hossain" userId="561a17cef16b55ee" providerId="LiveId" clId="{CCBAD253-E235-4A52-8F01-66940A44DC48}" dt="2026-05-27T17:23:56.237" v="580" actId="20577"/>
          <ac:spMkLst>
            <pc:docMk/>
            <pc:sldMk cId="3358803861" sldId="267"/>
            <ac:spMk id="6" creationId="{9368A4F5-185E-38AA-AC4D-1C7AEB6437B0}"/>
          </ac:spMkLst>
        </pc:spChg>
        <pc:spChg chg="mod">
          <ac:chgData name="Md. Imran Hossain" userId="561a17cef16b55ee" providerId="LiveId" clId="{CCBAD253-E235-4A52-8F01-66940A44DC48}" dt="2026-05-27T17:24:09.743" v="582" actId="20577"/>
          <ac:spMkLst>
            <pc:docMk/>
            <pc:sldMk cId="3358803861" sldId="267"/>
            <ac:spMk id="7" creationId="{FD94D052-9164-95B1-8F70-60E1336A837D}"/>
          </ac:spMkLst>
        </pc:spChg>
        <pc:spChg chg="mod">
          <ac:chgData name="Md. Imran Hossain" userId="561a17cef16b55ee" providerId="LiveId" clId="{CCBAD253-E235-4A52-8F01-66940A44DC48}" dt="2026-05-27T17:23:05.836" v="573" actId="1076"/>
          <ac:spMkLst>
            <pc:docMk/>
            <pc:sldMk cId="3358803861" sldId="267"/>
            <ac:spMk id="14" creationId="{821275EE-82E9-5903-A5D8-D46D5EB44AC0}"/>
          </ac:spMkLst>
        </pc:spChg>
        <pc:picChg chg="add mod">
          <ac:chgData name="Md. Imran Hossain" userId="561a17cef16b55ee" providerId="LiveId" clId="{CCBAD253-E235-4A52-8F01-66940A44DC48}" dt="2026-05-27T17:23:34.932" v="578" actId="14100"/>
          <ac:picMkLst>
            <pc:docMk/>
            <pc:sldMk cId="3358803861" sldId="267"/>
            <ac:picMk id="3" creationId="{94F5CF65-394B-2FC5-74CC-E33DB77C8A3E}"/>
          </ac:picMkLst>
        </pc:picChg>
        <pc:picChg chg="del">
          <ac:chgData name="Md. Imran Hossain" userId="561a17cef16b55ee" providerId="LiveId" clId="{CCBAD253-E235-4A52-8F01-66940A44DC48}" dt="2026-05-27T17:23:22.624" v="574" actId="478"/>
          <ac:picMkLst>
            <pc:docMk/>
            <pc:sldMk cId="3358803861" sldId="267"/>
            <ac:picMk id="8" creationId="{05A3ECC7-F1E2-BCBD-D567-852B28E0AEEB}"/>
          </ac:picMkLst>
        </pc:picChg>
      </pc:sldChg>
      <pc:sldChg chg="addSp delSp modSp add mod modTransition">
        <pc:chgData name="Md. Imran Hossain" userId="561a17cef16b55ee" providerId="LiveId" clId="{CCBAD253-E235-4A52-8F01-66940A44DC48}" dt="2026-05-28T15:02:42.044" v="905"/>
        <pc:sldMkLst>
          <pc:docMk/>
          <pc:sldMk cId="2260868891" sldId="268"/>
        </pc:sldMkLst>
        <pc:spChg chg="mod">
          <ac:chgData name="Md. Imran Hossain" userId="561a17cef16b55ee" providerId="LiveId" clId="{CCBAD253-E235-4A52-8F01-66940A44DC48}" dt="2026-05-27T17:29:34.598" v="618" actId="20577"/>
          <ac:spMkLst>
            <pc:docMk/>
            <pc:sldMk cId="2260868891" sldId="268"/>
            <ac:spMk id="6" creationId="{FF6819B4-91AF-3373-EDD2-5EEDE180F262}"/>
          </ac:spMkLst>
        </pc:spChg>
        <pc:spChg chg="mod">
          <ac:chgData name="Md. Imran Hossain" userId="561a17cef16b55ee" providerId="LiveId" clId="{CCBAD253-E235-4A52-8F01-66940A44DC48}" dt="2026-05-27T17:29:50.859" v="622" actId="20577"/>
          <ac:spMkLst>
            <pc:docMk/>
            <pc:sldMk cId="2260868891" sldId="268"/>
            <ac:spMk id="7" creationId="{BB35AF27-32F7-9DCE-2083-66B3517354FF}"/>
          </ac:spMkLst>
        </pc:spChg>
        <pc:spChg chg="mod">
          <ac:chgData name="Md. Imran Hossain" userId="561a17cef16b55ee" providerId="LiveId" clId="{CCBAD253-E235-4A52-8F01-66940A44DC48}" dt="2026-05-27T17:26:46.556" v="602" actId="20577"/>
          <ac:spMkLst>
            <pc:docMk/>
            <pc:sldMk cId="2260868891" sldId="268"/>
            <ac:spMk id="14" creationId="{6E38C1F3-D1FA-71A8-5E55-299BFE88FC06}"/>
          </ac:spMkLst>
        </pc:spChg>
        <pc:picChg chg="add mod">
          <ac:chgData name="Md. Imran Hossain" userId="561a17cef16b55ee" providerId="LiveId" clId="{CCBAD253-E235-4A52-8F01-66940A44DC48}" dt="2026-05-27T17:32:45.611" v="635" actId="14100"/>
          <ac:picMkLst>
            <pc:docMk/>
            <pc:sldMk cId="2260868891" sldId="268"/>
            <ac:picMk id="3" creationId="{E443CB33-D34C-411E-3A04-1403104AA408}"/>
          </ac:picMkLst>
        </pc:picChg>
        <pc:picChg chg="del">
          <ac:chgData name="Md. Imran Hossain" userId="561a17cef16b55ee" providerId="LiveId" clId="{CCBAD253-E235-4A52-8F01-66940A44DC48}" dt="2026-05-27T17:27:46.117" v="603" actId="478"/>
          <ac:picMkLst>
            <pc:docMk/>
            <pc:sldMk cId="2260868891" sldId="268"/>
            <ac:picMk id="4" creationId="{7EED3F3C-B312-8523-78A0-02395176C8E2}"/>
          </ac:picMkLst>
        </pc:picChg>
      </pc:sldChg>
      <pc:sldChg chg="addSp delSp modSp add mod modTransition">
        <pc:chgData name="Md. Imran Hossain" userId="561a17cef16b55ee" providerId="LiveId" clId="{CCBAD253-E235-4A52-8F01-66940A44DC48}" dt="2026-05-28T15:02:42.044" v="905"/>
        <pc:sldMkLst>
          <pc:docMk/>
          <pc:sldMk cId="3743463205" sldId="269"/>
        </pc:sldMkLst>
        <pc:spChg chg="mod">
          <ac:chgData name="Md. Imran Hossain" userId="561a17cef16b55ee" providerId="LiveId" clId="{CCBAD253-E235-4A52-8F01-66940A44DC48}" dt="2026-05-27T17:33:09.517" v="638" actId="20577"/>
          <ac:spMkLst>
            <pc:docMk/>
            <pc:sldMk cId="3743463205" sldId="269"/>
            <ac:spMk id="6" creationId="{D6A4051B-E60E-10E5-AE41-F9FADB68C7C5}"/>
          </ac:spMkLst>
        </pc:spChg>
        <pc:spChg chg="mod">
          <ac:chgData name="Md. Imran Hossain" userId="561a17cef16b55ee" providerId="LiveId" clId="{CCBAD253-E235-4A52-8F01-66940A44DC48}" dt="2026-05-27T17:33:25.308" v="640" actId="20577"/>
          <ac:spMkLst>
            <pc:docMk/>
            <pc:sldMk cId="3743463205" sldId="269"/>
            <ac:spMk id="7" creationId="{4C9783D3-C5E8-22C8-2DCE-536E703F762C}"/>
          </ac:spMkLst>
        </pc:spChg>
        <pc:spChg chg="mod">
          <ac:chgData name="Md. Imran Hossain" userId="561a17cef16b55ee" providerId="LiveId" clId="{CCBAD253-E235-4A52-8F01-66940A44DC48}" dt="2026-05-27T17:30:37.984" v="628"/>
          <ac:spMkLst>
            <pc:docMk/>
            <pc:sldMk cId="3743463205" sldId="269"/>
            <ac:spMk id="14" creationId="{D4CC11D3-7760-3029-CCBB-2A16292E21B1}"/>
          </ac:spMkLst>
        </pc:spChg>
        <pc:picChg chg="del">
          <ac:chgData name="Md. Imran Hossain" userId="561a17cef16b55ee" providerId="LiveId" clId="{CCBAD253-E235-4A52-8F01-66940A44DC48}" dt="2026-05-27T17:32:10.833" v="629" actId="478"/>
          <ac:picMkLst>
            <pc:docMk/>
            <pc:sldMk cId="3743463205" sldId="269"/>
            <ac:picMk id="3" creationId="{2518B399-A7F2-A9B5-1720-11651A5D2404}"/>
          </ac:picMkLst>
        </pc:picChg>
        <pc:picChg chg="add mod">
          <ac:chgData name="Md. Imran Hossain" userId="561a17cef16b55ee" providerId="LiveId" clId="{CCBAD253-E235-4A52-8F01-66940A44DC48}" dt="2026-05-27T17:32:51.986" v="636" actId="14100"/>
          <ac:picMkLst>
            <pc:docMk/>
            <pc:sldMk cId="3743463205" sldId="269"/>
            <ac:picMk id="4" creationId="{951EF5DF-059B-1224-6115-9ABBE97D7442}"/>
          </ac:picMkLst>
        </pc:picChg>
      </pc:sldChg>
      <pc:sldChg chg="addSp delSp modSp add mod modTransition modNotesTx">
        <pc:chgData name="Md. Imran Hossain" userId="561a17cef16b55ee" providerId="LiveId" clId="{CCBAD253-E235-4A52-8F01-66940A44DC48}" dt="2026-05-28T15:02:42.044" v="905"/>
        <pc:sldMkLst>
          <pc:docMk/>
          <pc:sldMk cId="4107529244" sldId="270"/>
        </pc:sldMkLst>
        <pc:spChg chg="mod">
          <ac:chgData name="Md. Imran Hossain" userId="561a17cef16b55ee" providerId="LiveId" clId="{CCBAD253-E235-4A52-8F01-66940A44DC48}" dt="2026-05-27T17:36:23.237" v="660" actId="20577"/>
          <ac:spMkLst>
            <pc:docMk/>
            <pc:sldMk cId="4107529244" sldId="270"/>
            <ac:spMk id="6" creationId="{D6281442-C2B9-31C7-A8A7-2728C604980F}"/>
          </ac:spMkLst>
        </pc:spChg>
        <pc:spChg chg="mod">
          <ac:chgData name="Md. Imran Hossain" userId="561a17cef16b55ee" providerId="LiveId" clId="{CCBAD253-E235-4A52-8F01-66940A44DC48}" dt="2026-05-27T17:36:37.839" v="662" actId="20577"/>
          <ac:spMkLst>
            <pc:docMk/>
            <pc:sldMk cId="4107529244" sldId="270"/>
            <ac:spMk id="7" creationId="{D78B0855-0C0A-91D2-5D62-6BE8C55231B8}"/>
          </ac:spMkLst>
        </pc:spChg>
        <pc:spChg chg="mod">
          <ac:chgData name="Md. Imran Hossain" userId="561a17cef16b55ee" providerId="LiveId" clId="{CCBAD253-E235-4A52-8F01-66940A44DC48}" dt="2026-05-27T17:35:23.297" v="647" actId="255"/>
          <ac:spMkLst>
            <pc:docMk/>
            <pc:sldMk cId="4107529244" sldId="270"/>
            <ac:spMk id="14" creationId="{B00B29B1-FBC4-3EF6-C069-AA065A0A1DB3}"/>
          </ac:spMkLst>
        </pc:spChg>
        <pc:picChg chg="add mod">
          <ac:chgData name="Md. Imran Hossain" userId="561a17cef16b55ee" providerId="LiveId" clId="{CCBAD253-E235-4A52-8F01-66940A44DC48}" dt="2026-05-27T17:36:04.162" v="656" actId="14100"/>
          <ac:picMkLst>
            <pc:docMk/>
            <pc:sldMk cId="4107529244" sldId="270"/>
            <ac:picMk id="3" creationId="{995F33D8-83F0-4167-D3F6-3705CC8E50FC}"/>
          </ac:picMkLst>
        </pc:picChg>
        <pc:picChg chg="del">
          <ac:chgData name="Md. Imran Hossain" userId="561a17cef16b55ee" providerId="LiveId" clId="{CCBAD253-E235-4A52-8F01-66940A44DC48}" dt="2026-05-27T17:35:32.651" v="648" actId="478"/>
          <ac:picMkLst>
            <pc:docMk/>
            <pc:sldMk cId="4107529244" sldId="270"/>
            <ac:picMk id="4" creationId="{ED799DA1-B73E-669C-9BC3-E9CEDCA98A6D}"/>
          </ac:picMkLst>
        </pc:picChg>
      </pc:sldChg>
      <pc:sldChg chg="addSp delSp modSp add mod modTransition">
        <pc:chgData name="Md. Imran Hossain" userId="561a17cef16b55ee" providerId="LiveId" clId="{CCBAD253-E235-4A52-8F01-66940A44DC48}" dt="2026-05-28T15:02:42.044" v="905"/>
        <pc:sldMkLst>
          <pc:docMk/>
          <pc:sldMk cId="1576836802" sldId="271"/>
        </pc:sldMkLst>
        <pc:spChg chg="mod">
          <ac:chgData name="Md. Imran Hossain" userId="561a17cef16b55ee" providerId="LiveId" clId="{CCBAD253-E235-4A52-8F01-66940A44DC48}" dt="2026-05-27T17:38:04.961" v="673"/>
          <ac:spMkLst>
            <pc:docMk/>
            <pc:sldMk cId="1576836802" sldId="271"/>
            <ac:spMk id="6" creationId="{FFD1AA0E-2A3C-1941-FEF2-FFB5F98805AC}"/>
          </ac:spMkLst>
        </pc:spChg>
        <pc:spChg chg="mod">
          <ac:chgData name="Md. Imran Hossain" userId="561a17cef16b55ee" providerId="LiveId" clId="{CCBAD253-E235-4A52-8F01-66940A44DC48}" dt="2026-05-27T17:38:19.083" v="674"/>
          <ac:spMkLst>
            <pc:docMk/>
            <pc:sldMk cId="1576836802" sldId="271"/>
            <ac:spMk id="7" creationId="{9BA90BEC-8E59-5826-CF0C-749470E9EF09}"/>
          </ac:spMkLst>
        </pc:spChg>
        <pc:spChg chg="mod">
          <ac:chgData name="Md. Imran Hossain" userId="561a17cef16b55ee" providerId="LiveId" clId="{CCBAD253-E235-4A52-8F01-66940A44DC48}" dt="2026-05-27T17:37:15.934" v="666" actId="20577"/>
          <ac:spMkLst>
            <pc:docMk/>
            <pc:sldMk cId="1576836802" sldId="271"/>
            <ac:spMk id="14" creationId="{6B4FE30F-B717-33EE-609B-FD8A20415A2E}"/>
          </ac:spMkLst>
        </pc:spChg>
        <pc:picChg chg="del">
          <ac:chgData name="Md. Imran Hossain" userId="561a17cef16b55ee" providerId="LiveId" clId="{CCBAD253-E235-4A52-8F01-66940A44DC48}" dt="2026-05-27T17:37:26.480" v="667" actId="478"/>
          <ac:picMkLst>
            <pc:docMk/>
            <pc:sldMk cId="1576836802" sldId="271"/>
            <ac:picMk id="3" creationId="{27B342E4-02AD-C560-0142-F9A9A32931DA}"/>
          </ac:picMkLst>
        </pc:picChg>
        <pc:picChg chg="add mod">
          <ac:chgData name="Md. Imran Hossain" userId="561a17cef16b55ee" providerId="LiveId" clId="{CCBAD253-E235-4A52-8F01-66940A44DC48}" dt="2026-05-27T17:37:43.719" v="670" actId="1076"/>
          <ac:picMkLst>
            <pc:docMk/>
            <pc:sldMk cId="1576836802" sldId="271"/>
            <ac:picMk id="4" creationId="{346087C2-FAFF-B185-C3B7-937FC1410B70}"/>
          </ac:picMkLst>
        </pc:picChg>
      </pc:sldChg>
      <pc:sldChg chg="addSp delSp modSp add mod modTransition">
        <pc:chgData name="Md. Imran Hossain" userId="561a17cef16b55ee" providerId="LiveId" clId="{CCBAD253-E235-4A52-8F01-66940A44DC48}" dt="2026-05-28T15:02:42.044" v="905"/>
        <pc:sldMkLst>
          <pc:docMk/>
          <pc:sldMk cId="1358357766" sldId="272"/>
        </pc:sldMkLst>
        <pc:spChg chg="mod">
          <ac:chgData name="Md. Imran Hossain" userId="561a17cef16b55ee" providerId="LiveId" clId="{CCBAD253-E235-4A52-8F01-66940A44DC48}" dt="2026-05-27T17:40:31.442" v="685"/>
          <ac:spMkLst>
            <pc:docMk/>
            <pc:sldMk cId="1358357766" sldId="272"/>
            <ac:spMk id="6" creationId="{EC23EEA5-46E9-C95E-927D-7612461C039B}"/>
          </ac:spMkLst>
        </pc:spChg>
        <pc:spChg chg="mod">
          <ac:chgData name="Md. Imran Hossain" userId="561a17cef16b55ee" providerId="LiveId" clId="{CCBAD253-E235-4A52-8F01-66940A44DC48}" dt="2026-05-27T17:40:48.090" v="687" actId="1076"/>
          <ac:spMkLst>
            <pc:docMk/>
            <pc:sldMk cId="1358357766" sldId="272"/>
            <ac:spMk id="7" creationId="{ED7FEA39-8CD1-C531-5336-673C1A3CDF85}"/>
          </ac:spMkLst>
        </pc:spChg>
        <pc:spChg chg="mod">
          <ac:chgData name="Md. Imran Hossain" userId="561a17cef16b55ee" providerId="LiveId" clId="{CCBAD253-E235-4A52-8F01-66940A44DC48}" dt="2026-05-27T17:38:53.655" v="678" actId="20577"/>
          <ac:spMkLst>
            <pc:docMk/>
            <pc:sldMk cId="1358357766" sldId="272"/>
            <ac:spMk id="14" creationId="{F8B362CD-D75B-F868-2357-C7BE1F6B7A04}"/>
          </ac:spMkLst>
        </pc:spChg>
        <pc:picChg chg="add mod">
          <ac:chgData name="Md. Imran Hossain" userId="561a17cef16b55ee" providerId="LiveId" clId="{CCBAD253-E235-4A52-8F01-66940A44DC48}" dt="2026-05-28T12:03:55.847" v="880" actId="1076"/>
          <ac:picMkLst>
            <pc:docMk/>
            <pc:sldMk cId="1358357766" sldId="272"/>
            <ac:picMk id="3" creationId="{4BD66892-7750-07DA-2977-A4E62701EA50}"/>
          </ac:picMkLst>
        </pc:picChg>
        <pc:picChg chg="del">
          <ac:chgData name="Md. Imran Hossain" userId="561a17cef16b55ee" providerId="LiveId" clId="{CCBAD253-E235-4A52-8F01-66940A44DC48}" dt="2026-05-27T17:39:56.033" v="679" actId="478"/>
          <ac:picMkLst>
            <pc:docMk/>
            <pc:sldMk cId="1358357766" sldId="272"/>
            <ac:picMk id="4" creationId="{E6F2150C-168E-051A-2DA3-D82CFF29ACD8}"/>
          </ac:picMkLst>
        </pc:picChg>
      </pc:sldChg>
      <pc:sldChg chg="addSp delSp modSp add mod modTransition">
        <pc:chgData name="Md. Imran Hossain" userId="561a17cef16b55ee" providerId="LiveId" clId="{CCBAD253-E235-4A52-8F01-66940A44DC48}" dt="2026-05-28T15:02:42.044" v="905"/>
        <pc:sldMkLst>
          <pc:docMk/>
          <pc:sldMk cId="3639799634" sldId="273"/>
        </pc:sldMkLst>
        <pc:spChg chg="mod">
          <ac:chgData name="Md. Imran Hossain" userId="561a17cef16b55ee" providerId="LiveId" clId="{CCBAD253-E235-4A52-8F01-66940A44DC48}" dt="2026-05-27T17:43:42.071" v="702"/>
          <ac:spMkLst>
            <pc:docMk/>
            <pc:sldMk cId="3639799634" sldId="273"/>
            <ac:spMk id="6" creationId="{4E229274-9491-E86E-F81E-120714460798}"/>
          </ac:spMkLst>
        </pc:spChg>
        <pc:spChg chg="mod">
          <ac:chgData name="Md. Imran Hossain" userId="561a17cef16b55ee" providerId="LiveId" clId="{CCBAD253-E235-4A52-8F01-66940A44DC48}" dt="2026-05-27T17:43:55.195" v="703"/>
          <ac:spMkLst>
            <pc:docMk/>
            <pc:sldMk cId="3639799634" sldId="273"/>
            <ac:spMk id="7" creationId="{4768B5C2-71E2-8A89-E94C-3C4F69BD7C3E}"/>
          </ac:spMkLst>
        </pc:spChg>
        <pc:spChg chg="mod">
          <ac:chgData name="Md. Imran Hossain" userId="561a17cef16b55ee" providerId="LiveId" clId="{CCBAD253-E235-4A52-8F01-66940A44DC48}" dt="2026-05-27T17:42:09.828" v="692" actId="1076"/>
          <ac:spMkLst>
            <pc:docMk/>
            <pc:sldMk cId="3639799634" sldId="273"/>
            <ac:spMk id="14" creationId="{7103A10F-74DE-6AC9-F6A0-541708EB53BD}"/>
          </ac:spMkLst>
        </pc:spChg>
        <pc:picChg chg="del">
          <ac:chgData name="Md. Imran Hossain" userId="561a17cef16b55ee" providerId="LiveId" clId="{CCBAD253-E235-4A52-8F01-66940A44DC48}" dt="2026-05-27T17:43:02.939" v="693" actId="478"/>
          <ac:picMkLst>
            <pc:docMk/>
            <pc:sldMk cId="3639799634" sldId="273"/>
            <ac:picMk id="3" creationId="{F18EC354-923D-FDF0-0CA5-92EF590CEDED}"/>
          </ac:picMkLst>
        </pc:picChg>
        <pc:picChg chg="add mod">
          <ac:chgData name="Md. Imran Hossain" userId="561a17cef16b55ee" providerId="LiveId" clId="{CCBAD253-E235-4A52-8F01-66940A44DC48}" dt="2026-05-27T17:43:29.869" v="701" actId="14100"/>
          <ac:picMkLst>
            <pc:docMk/>
            <pc:sldMk cId="3639799634" sldId="273"/>
            <ac:picMk id="4" creationId="{ACA77BC7-557C-A0FE-D9F5-5DC4745DE7D1}"/>
          </ac:picMkLst>
        </pc:picChg>
      </pc:sldChg>
      <pc:sldChg chg="addSp delSp modSp add mod modTransition">
        <pc:chgData name="Md. Imran Hossain" userId="561a17cef16b55ee" providerId="LiveId" clId="{CCBAD253-E235-4A52-8F01-66940A44DC48}" dt="2026-05-28T15:02:42.044" v="905"/>
        <pc:sldMkLst>
          <pc:docMk/>
          <pc:sldMk cId="1715926082" sldId="274"/>
        </pc:sldMkLst>
        <pc:spChg chg="mod">
          <ac:chgData name="Md. Imran Hossain" userId="561a17cef16b55ee" providerId="LiveId" clId="{CCBAD253-E235-4A52-8F01-66940A44DC48}" dt="2026-05-28T11:21:53.032" v="727" actId="1076"/>
          <ac:spMkLst>
            <pc:docMk/>
            <pc:sldMk cId="1715926082" sldId="274"/>
            <ac:spMk id="6" creationId="{FA46856F-5DF3-C735-AD13-19E7232A3BA1}"/>
          </ac:spMkLst>
        </pc:spChg>
        <pc:spChg chg="mod">
          <ac:chgData name="Md. Imran Hossain" userId="561a17cef16b55ee" providerId="LiveId" clId="{CCBAD253-E235-4A52-8F01-66940A44DC48}" dt="2026-05-28T11:21:58.917" v="728" actId="1076"/>
          <ac:spMkLst>
            <pc:docMk/>
            <pc:sldMk cId="1715926082" sldId="274"/>
            <ac:spMk id="7" creationId="{4ED6BD03-57F3-F5F6-FFED-39B8464E4B3E}"/>
          </ac:spMkLst>
        </pc:spChg>
        <pc:spChg chg="mod">
          <ac:chgData name="Md. Imran Hossain" userId="561a17cef16b55ee" providerId="LiveId" clId="{CCBAD253-E235-4A52-8F01-66940A44DC48}" dt="2026-05-28T11:20:17.500" v="711" actId="1076"/>
          <ac:spMkLst>
            <pc:docMk/>
            <pc:sldMk cId="1715926082" sldId="274"/>
            <ac:spMk id="14" creationId="{09CD2197-DD36-57C7-B0DC-664941DB694D}"/>
          </ac:spMkLst>
        </pc:spChg>
        <pc:picChg chg="add mod">
          <ac:chgData name="Md. Imran Hossain" userId="561a17cef16b55ee" providerId="LiveId" clId="{CCBAD253-E235-4A52-8F01-66940A44DC48}" dt="2026-05-28T11:21:03.061" v="722" actId="1038"/>
          <ac:picMkLst>
            <pc:docMk/>
            <pc:sldMk cId="1715926082" sldId="274"/>
            <ac:picMk id="3" creationId="{03C6B774-BB82-CCCB-7102-2520CF598F08}"/>
          </ac:picMkLst>
        </pc:picChg>
        <pc:picChg chg="del">
          <ac:chgData name="Md. Imran Hossain" userId="561a17cef16b55ee" providerId="LiveId" clId="{CCBAD253-E235-4A52-8F01-66940A44DC48}" dt="2026-05-28T11:20:30.715" v="712" actId="478"/>
          <ac:picMkLst>
            <pc:docMk/>
            <pc:sldMk cId="1715926082" sldId="274"/>
            <ac:picMk id="4" creationId="{90FB8F96-3765-C5CE-4864-6FDB9F51BA9E}"/>
          </ac:picMkLst>
        </pc:picChg>
      </pc:sldChg>
      <pc:sldChg chg="addSp delSp modSp add mod modTransition">
        <pc:chgData name="Md. Imran Hossain" userId="561a17cef16b55ee" providerId="LiveId" clId="{CCBAD253-E235-4A52-8F01-66940A44DC48}" dt="2026-05-28T15:02:42.044" v="905"/>
        <pc:sldMkLst>
          <pc:docMk/>
          <pc:sldMk cId="294506445" sldId="275"/>
        </pc:sldMkLst>
        <pc:spChg chg="mod">
          <ac:chgData name="Md. Imran Hossain" userId="561a17cef16b55ee" providerId="LiveId" clId="{CCBAD253-E235-4A52-8F01-66940A44DC48}" dt="2026-05-28T11:28:08.658" v="743" actId="20577"/>
          <ac:spMkLst>
            <pc:docMk/>
            <pc:sldMk cId="294506445" sldId="275"/>
            <ac:spMk id="6" creationId="{1DBDF0BE-3155-01DC-DD98-CEA1B428F9B7}"/>
          </ac:spMkLst>
        </pc:spChg>
        <pc:spChg chg="mod">
          <ac:chgData name="Md. Imran Hossain" userId="561a17cef16b55ee" providerId="LiveId" clId="{CCBAD253-E235-4A52-8F01-66940A44DC48}" dt="2026-05-28T11:29:12.787" v="748" actId="1076"/>
          <ac:spMkLst>
            <pc:docMk/>
            <pc:sldMk cId="294506445" sldId="275"/>
            <ac:spMk id="7" creationId="{6C9F08FF-0487-110D-572A-B65F1EF4CEF2}"/>
          </ac:spMkLst>
        </pc:spChg>
        <pc:spChg chg="mod">
          <ac:chgData name="Md. Imran Hossain" userId="561a17cef16b55ee" providerId="LiveId" clId="{CCBAD253-E235-4A52-8F01-66940A44DC48}" dt="2026-05-28T11:26:42.809" v="736" actId="1076"/>
          <ac:spMkLst>
            <pc:docMk/>
            <pc:sldMk cId="294506445" sldId="275"/>
            <ac:spMk id="14" creationId="{FDC5479B-773F-FACD-85D5-F5A3F19A9ACA}"/>
          </ac:spMkLst>
        </pc:spChg>
        <pc:picChg chg="del">
          <ac:chgData name="Md. Imran Hossain" userId="561a17cef16b55ee" providerId="LiveId" clId="{CCBAD253-E235-4A52-8F01-66940A44DC48}" dt="2026-05-28T11:26:48.298" v="737" actId="478"/>
          <ac:picMkLst>
            <pc:docMk/>
            <pc:sldMk cId="294506445" sldId="275"/>
            <ac:picMk id="3" creationId="{455A611D-77D6-4C0C-C390-616AFE4091BE}"/>
          </ac:picMkLst>
        </pc:picChg>
        <pc:picChg chg="add mod">
          <ac:chgData name="Md. Imran Hossain" userId="561a17cef16b55ee" providerId="LiveId" clId="{CCBAD253-E235-4A52-8F01-66940A44DC48}" dt="2026-05-28T11:27:08.475" v="741" actId="14100"/>
          <ac:picMkLst>
            <pc:docMk/>
            <pc:sldMk cId="294506445" sldId="275"/>
            <ac:picMk id="4" creationId="{A26A912D-CB80-E92A-ADC0-F5D8D119FA2C}"/>
          </ac:picMkLst>
        </pc:picChg>
      </pc:sldChg>
      <pc:sldChg chg="addSp delSp modSp add mod modTransition">
        <pc:chgData name="Md. Imran Hossain" userId="561a17cef16b55ee" providerId="LiveId" clId="{CCBAD253-E235-4A52-8F01-66940A44DC48}" dt="2026-05-28T15:02:42.044" v="905"/>
        <pc:sldMkLst>
          <pc:docMk/>
          <pc:sldMk cId="3539389985" sldId="276"/>
        </pc:sldMkLst>
        <pc:spChg chg="mod">
          <ac:chgData name="Md. Imran Hossain" userId="561a17cef16b55ee" providerId="LiveId" clId="{CCBAD253-E235-4A52-8F01-66940A44DC48}" dt="2026-05-28T11:54:12.345" v="760" actId="20577"/>
          <ac:spMkLst>
            <pc:docMk/>
            <pc:sldMk cId="3539389985" sldId="276"/>
            <ac:spMk id="6" creationId="{5BDE3DC5-4696-3527-4B21-9946C1A4E702}"/>
          </ac:spMkLst>
        </pc:spChg>
        <pc:spChg chg="mod">
          <ac:chgData name="Md. Imran Hossain" userId="561a17cef16b55ee" providerId="LiveId" clId="{CCBAD253-E235-4A52-8F01-66940A44DC48}" dt="2026-05-28T11:54:30.959" v="764" actId="20577"/>
          <ac:spMkLst>
            <pc:docMk/>
            <pc:sldMk cId="3539389985" sldId="276"/>
            <ac:spMk id="7" creationId="{434EA183-C9B2-9BA3-9F93-A6F8CE8FA484}"/>
          </ac:spMkLst>
        </pc:spChg>
        <pc:spChg chg="mod">
          <ac:chgData name="Md. Imran Hossain" userId="561a17cef16b55ee" providerId="LiveId" clId="{CCBAD253-E235-4A52-8F01-66940A44DC48}" dt="2026-05-28T11:54:39.557" v="766" actId="20577"/>
          <ac:spMkLst>
            <pc:docMk/>
            <pc:sldMk cId="3539389985" sldId="276"/>
            <ac:spMk id="14" creationId="{65E8B96F-0565-843E-7EE1-C862828DFE94}"/>
          </ac:spMkLst>
        </pc:spChg>
        <pc:picChg chg="add mod">
          <ac:chgData name="Md. Imran Hossain" userId="561a17cef16b55ee" providerId="LiveId" clId="{CCBAD253-E235-4A52-8F01-66940A44DC48}" dt="2026-05-28T11:52:25.323" v="756" actId="14100"/>
          <ac:picMkLst>
            <pc:docMk/>
            <pc:sldMk cId="3539389985" sldId="276"/>
            <ac:picMk id="3" creationId="{4A1A9DE8-DA37-57EB-BEAB-8B0E3B8F6B85}"/>
          </ac:picMkLst>
        </pc:picChg>
        <pc:picChg chg="del">
          <ac:chgData name="Md. Imran Hossain" userId="561a17cef16b55ee" providerId="LiveId" clId="{CCBAD253-E235-4A52-8F01-66940A44DC48}" dt="2026-05-28T11:51:59.606" v="751" actId="478"/>
          <ac:picMkLst>
            <pc:docMk/>
            <pc:sldMk cId="3539389985" sldId="276"/>
            <ac:picMk id="4" creationId="{08B7863A-939A-3D29-E9C3-5FD871138D14}"/>
          </ac:picMkLst>
        </pc:picChg>
      </pc:sldChg>
      <pc:sldChg chg="addSp delSp modSp add mod modTransition">
        <pc:chgData name="Md. Imran Hossain" userId="561a17cef16b55ee" providerId="LiveId" clId="{CCBAD253-E235-4A52-8F01-66940A44DC48}" dt="2026-05-28T15:02:42.044" v="905"/>
        <pc:sldMkLst>
          <pc:docMk/>
          <pc:sldMk cId="1549139393" sldId="277"/>
        </pc:sldMkLst>
        <pc:spChg chg="add mod">
          <ac:chgData name="Md. Imran Hossain" userId="561a17cef16b55ee" providerId="LiveId" clId="{CCBAD253-E235-4A52-8F01-66940A44DC48}" dt="2026-05-28T11:59:53.060" v="843" actId="6549"/>
          <ac:spMkLst>
            <pc:docMk/>
            <pc:sldMk cId="1549139393" sldId="277"/>
            <ac:spMk id="2" creationId="{2869D580-0359-F650-D82D-ECF07F6F351F}"/>
          </ac:spMkLst>
        </pc:spChg>
        <pc:spChg chg="del">
          <ac:chgData name="Md. Imran Hossain" userId="561a17cef16b55ee" providerId="LiveId" clId="{CCBAD253-E235-4A52-8F01-66940A44DC48}" dt="2026-05-28T11:56:17.789" v="773" actId="478"/>
          <ac:spMkLst>
            <pc:docMk/>
            <pc:sldMk cId="1549139393" sldId="277"/>
            <ac:spMk id="6" creationId="{034B416E-4224-164B-665B-F5C0C31FA506}"/>
          </ac:spMkLst>
        </pc:spChg>
        <pc:spChg chg="mod">
          <ac:chgData name="Md. Imran Hossain" userId="561a17cef16b55ee" providerId="LiveId" clId="{CCBAD253-E235-4A52-8F01-66940A44DC48}" dt="2026-05-28T11:58:04.209" v="808" actId="1076"/>
          <ac:spMkLst>
            <pc:docMk/>
            <pc:sldMk cId="1549139393" sldId="277"/>
            <ac:spMk id="7" creationId="{AAC9D68C-22BC-7810-04A6-51C1E7887E20}"/>
          </ac:spMkLst>
        </pc:spChg>
        <pc:spChg chg="mod">
          <ac:chgData name="Md. Imran Hossain" userId="561a17cef16b55ee" providerId="LiveId" clId="{CCBAD253-E235-4A52-8F01-66940A44DC48}" dt="2026-05-28T11:56:12.623" v="770" actId="20577"/>
          <ac:spMkLst>
            <pc:docMk/>
            <pc:sldMk cId="1549139393" sldId="277"/>
            <ac:spMk id="14" creationId="{271E652C-36DF-B662-03F5-3FC55D5C88C5}"/>
          </ac:spMkLst>
        </pc:spChg>
        <pc:picChg chg="del mod">
          <ac:chgData name="Md. Imran Hossain" userId="561a17cef16b55ee" providerId="LiveId" clId="{CCBAD253-E235-4A52-8F01-66940A44DC48}" dt="2026-05-28T11:56:14.804" v="772" actId="478"/>
          <ac:picMkLst>
            <pc:docMk/>
            <pc:sldMk cId="1549139393" sldId="277"/>
            <ac:picMk id="3" creationId="{7169686F-15FE-1C83-CA43-9C5AEAE242A9}"/>
          </ac:picMkLst>
        </pc:picChg>
      </pc:sldChg>
      <pc:sldChg chg="addSp delSp modSp add mod modTransition">
        <pc:chgData name="Md. Imran Hossain" userId="561a17cef16b55ee" providerId="LiveId" clId="{CCBAD253-E235-4A52-8F01-66940A44DC48}" dt="2026-05-28T15:02:42.044" v="905"/>
        <pc:sldMkLst>
          <pc:docMk/>
          <pc:sldMk cId="749322491" sldId="278"/>
        </pc:sldMkLst>
        <pc:spChg chg="add del mod">
          <ac:chgData name="Md. Imran Hossain" userId="561a17cef16b55ee" providerId="LiveId" clId="{CCBAD253-E235-4A52-8F01-66940A44DC48}" dt="2026-05-28T12:01:23.371" v="879" actId="1076"/>
          <ac:spMkLst>
            <pc:docMk/>
            <pc:sldMk cId="749322491" sldId="278"/>
            <ac:spMk id="2" creationId="{184A5DBA-80CA-1CD9-8728-20877331D87F}"/>
          </ac:spMkLst>
        </pc:spChg>
        <pc:spChg chg="del">
          <ac:chgData name="Md. Imran Hossain" userId="561a17cef16b55ee" providerId="LiveId" clId="{CCBAD253-E235-4A52-8F01-66940A44DC48}" dt="2026-05-28T12:00:30.897" v="849" actId="478"/>
          <ac:spMkLst>
            <pc:docMk/>
            <pc:sldMk cId="749322491" sldId="278"/>
            <ac:spMk id="7" creationId="{AA18BA49-B8B8-46F3-E7E8-EC6886A8C51F}"/>
          </ac:spMkLst>
        </pc:spChg>
        <pc:spChg chg="del">
          <ac:chgData name="Md. Imran Hossain" userId="561a17cef16b55ee" providerId="LiveId" clId="{CCBAD253-E235-4A52-8F01-66940A44DC48}" dt="2026-05-28T12:00:21.949" v="845" actId="478"/>
          <ac:spMkLst>
            <pc:docMk/>
            <pc:sldMk cId="749322491" sldId="278"/>
            <ac:spMk id="14" creationId="{78F7C5E1-8A0E-3B8C-C166-24EC2C994E9B}"/>
          </ac:spMkLst>
        </pc:spChg>
        <pc:cxnChg chg="del">
          <ac:chgData name="Md. Imran Hossain" userId="561a17cef16b55ee" providerId="LiveId" clId="{CCBAD253-E235-4A52-8F01-66940A44DC48}" dt="2026-05-28T12:00:28.056" v="848" actId="478"/>
          <ac:cxnSpMkLst>
            <pc:docMk/>
            <pc:sldMk cId="749322491" sldId="278"/>
            <ac:cxnSpMk id="9" creationId="{32794DC6-2A00-5B9B-A2EE-D9A0983E2926}"/>
          </ac:cxnSpMkLst>
        </pc:cxnChg>
      </pc:sldChg>
      <pc:sldMasterChg chg="modSp modSldLayout">
        <pc:chgData name="Md. Imran Hossain" userId="561a17cef16b55ee" providerId="LiveId" clId="{CCBAD253-E235-4A52-8F01-66940A44DC48}" dt="2026-05-27T16:16:37.022" v="296"/>
        <pc:sldMasterMkLst>
          <pc:docMk/>
          <pc:sldMasterMk cId="49778912" sldId="2147483648"/>
        </pc:sldMasterMkLst>
        <pc:spChg chg="mod">
          <ac:chgData name="Md. Imran Hossain" userId="561a17cef16b55ee" providerId="LiveId" clId="{CCBAD253-E235-4A52-8F01-66940A44DC48}" dt="2026-05-27T16:16:37.022" v="296"/>
          <ac:spMkLst>
            <pc:docMk/>
            <pc:sldMasterMk cId="49778912" sldId="2147483648"/>
            <ac:spMk id="2" creationId="{C6913083-FD53-CEB4-020A-BCCBDBE77B03}"/>
          </ac:spMkLst>
        </pc:spChg>
        <pc:spChg chg="mod">
          <ac:chgData name="Md. Imran Hossain" userId="561a17cef16b55ee" providerId="LiveId" clId="{CCBAD253-E235-4A52-8F01-66940A44DC48}" dt="2026-05-27T16:16:37.022" v="296"/>
          <ac:spMkLst>
            <pc:docMk/>
            <pc:sldMasterMk cId="49778912" sldId="2147483648"/>
            <ac:spMk id="3" creationId="{7B49FFFF-0E9A-3345-AD29-E6E108B2EC6E}"/>
          </ac:spMkLst>
        </pc:spChg>
        <pc:spChg chg="mod">
          <ac:chgData name="Md. Imran Hossain" userId="561a17cef16b55ee" providerId="LiveId" clId="{CCBAD253-E235-4A52-8F01-66940A44DC48}" dt="2026-05-27T16:16:37.022" v="296"/>
          <ac:spMkLst>
            <pc:docMk/>
            <pc:sldMasterMk cId="49778912" sldId="2147483648"/>
            <ac:spMk id="4" creationId="{3E3CAEB4-9732-204A-A7EC-AD377BF27414}"/>
          </ac:spMkLst>
        </pc:spChg>
        <pc:spChg chg="mod">
          <ac:chgData name="Md. Imran Hossain" userId="561a17cef16b55ee" providerId="LiveId" clId="{CCBAD253-E235-4A52-8F01-66940A44DC48}" dt="2026-05-27T16:16:37.022" v="296"/>
          <ac:spMkLst>
            <pc:docMk/>
            <pc:sldMasterMk cId="49778912" sldId="2147483648"/>
            <ac:spMk id="5" creationId="{F19F67DB-7680-AFC1-959D-D80A20E5757E}"/>
          </ac:spMkLst>
        </pc:spChg>
        <pc:spChg chg="mod">
          <ac:chgData name="Md. Imran Hossain" userId="561a17cef16b55ee" providerId="LiveId" clId="{CCBAD253-E235-4A52-8F01-66940A44DC48}" dt="2026-05-27T16:16:37.022" v="296"/>
          <ac:spMkLst>
            <pc:docMk/>
            <pc:sldMasterMk cId="49778912" sldId="2147483648"/>
            <ac:spMk id="6" creationId="{F1E39677-87AF-EFC5-B304-DA2F19C09C57}"/>
          </ac:spMkLst>
        </pc:spChg>
        <pc:sldLayoutChg chg="modSp">
          <pc:chgData name="Md. Imran Hossain" userId="561a17cef16b55ee" providerId="LiveId" clId="{CCBAD253-E235-4A52-8F01-66940A44DC48}" dt="2026-05-27T16:16:37.022" v="296"/>
          <pc:sldLayoutMkLst>
            <pc:docMk/>
            <pc:sldMasterMk cId="49778912" sldId="2147483648"/>
            <pc:sldLayoutMk cId="1943540021" sldId="2147483649"/>
          </pc:sldLayoutMkLst>
          <pc:spChg chg="mod">
            <ac:chgData name="Md. Imran Hossain" userId="561a17cef16b55ee" providerId="LiveId" clId="{CCBAD253-E235-4A52-8F01-66940A44DC48}" dt="2026-05-27T16:16:37.022" v="296"/>
            <ac:spMkLst>
              <pc:docMk/>
              <pc:sldMasterMk cId="49778912" sldId="2147483648"/>
              <pc:sldLayoutMk cId="1943540021" sldId="2147483649"/>
              <ac:spMk id="2" creationId="{AE5B3E38-9E00-B163-D65F-A63FEA0D3FBC}"/>
            </ac:spMkLst>
          </pc:spChg>
          <pc:spChg chg="mod">
            <ac:chgData name="Md. Imran Hossain" userId="561a17cef16b55ee" providerId="LiveId" clId="{CCBAD253-E235-4A52-8F01-66940A44DC48}" dt="2026-05-27T16:16:37.022" v="296"/>
            <ac:spMkLst>
              <pc:docMk/>
              <pc:sldMasterMk cId="49778912" sldId="2147483648"/>
              <pc:sldLayoutMk cId="1943540021" sldId="2147483649"/>
              <ac:spMk id="3" creationId="{393E9103-FE9B-9A96-224D-FDF7EE9C084F}"/>
            </ac:spMkLst>
          </pc:spChg>
        </pc:sldLayoutChg>
        <pc:sldLayoutChg chg="modSp">
          <pc:chgData name="Md. Imran Hossain" userId="561a17cef16b55ee" providerId="LiveId" clId="{CCBAD253-E235-4A52-8F01-66940A44DC48}" dt="2026-05-27T16:16:37.022" v="296"/>
          <pc:sldLayoutMkLst>
            <pc:docMk/>
            <pc:sldMasterMk cId="49778912" sldId="2147483648"/>
            <pc:sldLayoutMk cId="722351339" sldId="2147483651"/>
          </pc:sldLayoutMkLst>
          <pc:spChg chg="mod">
            <ac:chgData name="Md. Imran Hossain" userId="561a17cef16b55ee" providerId="LiveId" clId="{CCBAD253-E235-4A52-8F01-66940A44DC48}" dt="2026-05-27T16:16:37.022" v="296"/>
            <ac:spMkLst>
              <pc:docMk/>
              <pc:sldMasterMk cId="49778912" sldId="2147483648"/>
              <pc:sldLayoutMk cId="722351339" sldId="2147483651"/>
              <ac:spMk id="2" creationId="{3A42B7C7-C006-7326-4D11-7803080EF9AA}"/>
            </ac:spMkLst>
          </pc:spChg>
          <pc:spChg chg="mod">
            <ac:chgData name="Md. Imran Hossain" userId="561a17cef16b55ee" providerId="LiveId" clId="{CCBAD253-E235-4A52-8F01-66940A44DC48}" dt="2026-05-27T16:16:37.022" v="296"/>
            <ac:spMkLst>
              <pc:docMk/>
              <pc:sldMasterMk cId="49778912" sldId="2147483648"/>
              <pc:sldLayoutMk cId="722351339" sldId="2147483651"/>
              <ac:spMk id="3" creationId="{45144196-F779-2BF0-EDEE-EF110EC22AFB}"/>
            </ac:spMkLst>
          </pc:spChg>
        </pc:sldLayoutChg>
        <pc:sldLayoutChg chg="modSp">
          <pc:chgData name="Md. Imran Hossain" userId="561a17cef16b55ee" providerId="LiveId" clId="{CCBAD253-E235-4A52-8F01-66940A44DC48}" dt="2026-05-27T16:16:37.022" v="296"/>
          <pc:sldLayoutMkLst>
            <pc:docMk/>
            <pc:sldMasterMk cId="49778912" sldId="2147483648"/>
            <pc:sldLayoutMk cId="3637904451" sldId="2147483652"/>
          </pc:sldLayoutMkLst>
          <pc:spChg chg="mod">
            <ac:chgData name="Md. Imran Hossain" userId="561a17cef16b55ee" providerId="LiveId" clId="{CCBAD253-E235-4A52-8F01-66940A44DC48}" dt="2026-05-27T16:16:37.022" v="296"/>
            <ac:spMkLst>
              <pc:docMk/>
              <pc:sldMasterMk cId="49778912" sldId="2147483648"/>
              <pc:sldLayoutMk cId="3637904451" sldId="2147483652"/>
              <ac:spMk id="3" creationId="{49BF216D-681A-E06B-5A24-AA9ABFD3526E}"/>
            </ac:spMkLst>
          </pc:spChg>
          <pc:spChg chg="mod">
            <ac:chgData name="Md. Imran Hossain" userId="561a17cef16b55ee" providerId="LiveId" clId="{CCBAD253-E235-4A52-8F01-66940A44DC48}" dt="2026-05-27T16:16:37.022" v="296"/>
            <ac:spMkLst>
              <pc:docMk/>
              <pc:sldMasterMk cId="49778912" sldId="2147483648"/>
              <pc:sldLayoutMk cId="3637904451" sldId="2147483652"/>
              <ac:spMk id="4" creationId="{911128FF-5766-833A-22E5-7AB1E49A964D}"/>
            </ac:spMkLst>
          </pc:spChg>
        </pc:sldLayoutChg>
        <pc:sldLayoutChg chg="modSp">
          <pc:chgData name="Md. Imran Hossain" userId="561a17cef16b55ee" providerId="LiveId" clId="{CCBAD253-E235-4A52-8F01-66940A44DC48}" dt="2026-05-27T16:16:37.022" v="296"/>
          <pc:sldLayoutMkLst>
            <pc:docMk/>
            <pc:sldMasterMk cId="49778912" sldId="2147483648"/>
            <pc:sldLayoutMk cId="2494506918" sldId="2147483653"/>
          </pc:sldLayoutMkLst>
          <pc:spChg chg="mod">
            <ac:chgData name="Md. Imran Hossain" userId="561a17cef16b55ee" providerId="LiveId" clId="{CCBAD253-E235-4A52-8F01-66940A44DC48}" dt="2026-05-27T16:16:37.022" v="296"/>
            <ac:spMkLst>
              <pc:docMk/>
              <pc:sldMasterMk cId="49778912" sldId="2147483648"/>
              <pc:sldLayoutMk cId="2494506918" sldId="2147483653"/>
              <ac:spMk id="2" creationId="{E0844B27-0806-69E9-B0C3-E1916A1F66D7}"/>
            </ac:spMkLst>
          </pc:spChg>
          <pc:spChg chg="mod">
            <ac:chgData name="Md. Imran Hossain" userId="561a17cef16b55ee" providerId="LiveId" clId="{CCBAD253-E235-4A52-8F01-66940A44DC48}" dt="2026-05-27T16:16:37.022" v="296"/>
            <ac:spMkLst>
              <pc:docMk/>
              <pc:sldMasterMk cId="49778912" sldId="2147483648"/>
              <pc:sldLayoutMk cId="2494506918" sldId="2147483653"/>
              <ac:spMk id="3" creationId="{3D5226C6-1FC3-70FD-995D-EB0177ED474F}"/>
            </ac:spMkLst>
          </pc:spChg>
          <pc:spChg chg="mod">
            <ac:chgData name="Md. Imran Hossain" userId="561a17cef16b55ee" providerId="LiveId" clId="{CCBAD253-E235-4A52-8F01-66940A44DC48}" dt="2026-05-27T16:16:37.022" v="296"/>
            <ac:spMkLst>
              <pc:docMk/>
              <pc:sldMasterMk cId="49778912" sldId="2147483648"/>
              <pc:sldLayoutMk cId="2494506918" sldId="2147483653"/>
              <ac:spMk id="4" creationId="{4595C221-A529-F94C-51AA-53FD6704B1BD}"/>
            </ac:spMkLst>
          </pc:spChg>
          <pc:spChg chg="mod">
            <ac:chgData name="Md. Imran Hossain" userId="561a17cef16b55ee" providerId="LiveId" clId="{CCBAD253-E235-4A52-8F01-66940A44DC48}" dt="2026-05-27T16:16:37.022" v="296"/>
            <ac:spMkLst>
              <pc:docMk/>
              <pc:sldMasterMk cId="49778912" sldId="2147483648"/>
              <pc:sldLayoutMk cId="2494506918" sldId="2147483653"/>
              <ac:spMk id="5" creationId="{6A4C5ADC-6457-38CC-537F-3660C898B418}"/>
            </ac:spMkLst>
          </pc:spChg>
          <pc:spChg chg="mod">
            <ac:chgData name="Md. Imran Hossain" userId="561a17cef16b55ee" providerId="LiveId" clId="{CCBAD253-E235-4A52-8F01-66940A44DC48}" dt="2026-05-27T16:16:37.022" v="296"/>
            <ac:spMkLst>
              <pc:docMk/>
              <pc:sldMasterMk cId="49778912" sldId="2147483648"/>
              <pc:sldLayoutMk cId="2494506918" sldId="2147483653"/>
              <ac:spMk id="6" creationId="{7F027200-137A-F1FF-5378-B25310EBEC6F}"/>
            </ac:spMkLst>
          </pc:spChg>
        </pc:sldLayoutChg>
        <pc:sldLayoutChg chg="modSp">
          <pc:chgData name="Md. Imran Hossain" userId="561a17cef16b55ee" providerId="LiveId" clId="{CCBAD253-E235-4A52-8F01-66940A44DC48}" dt="2026-05-27T16:16:37.022" v="296"/>
          <pc:sldLayoutMkLst>
            <pc:docMk/>
            <pc:sldMasterMk cId="49778912" sldId="2147483648"/>
            <pc:sldLayoutMk cId="1701665590" sldId="2147483656"/>
          </pc:sldLayoutMkLst>
          <pc:spChg chg="mod">
            <ac:chgData name="Md. Imran Hossain" userId="561a17cef16b55ee" providerId="LiveId" clId="{CCBAD253-E235-4A52-8F01-66940A44DC48}" dt="2026-05-27T16:16:37.022" v="296"/>
            <ac:spMkLst>
              <pc:docMk/>
              <pc:sldMasterMk cId="49778912" sldId="2147483648"/>
              <pc:sldLayoutMk cId="1701665590" sldId="2147483656"/>
              <ac:spMk id="2" creationId="{5F5638FE-B7E1-630C-72E1-B52A500D5D39}"/>
            </ac:spMkLst>
          </pc:spChg>
          <pc:spChg chg="mod">
            <ac:chgData name="Md. Imran Hossain" userId="561a17cef16b55ee" providerId="LiveId" clId="{CCBAD253-E235-4A52-8F01-66940A44DC48}" dt="2026-05-27T16:16:37.022" v="296"/>
            <ac:spMkLst>
              <pc:docMk/>
              <pc:sldMasterMk cId="49778912" sldId="2147483648"/>
              <pc:sldLayoutMk cId="1701665590" sldId="2147483656"/>
              <ac:spMk id="3" creationId="{D1F54548-DB92-C811-498A-B052BC92E568}"/>
            </ac:spMkLst>
          </pc:spChg>
          <pc:spChg chg="mod">
            <ac:chgData name="Md. Imran Hossain" userId="561a17cef16b55ee" providerId="LiveId" clId="{CCBAD253-E235-4A52-8F01-66940A44DC48}" dt="2026-05-27T16:16:37.022" v="296"/>
            <ac:spMkLst>
              <pc:docMk/>
              <pc:sldMasterMk cId="49778912" sldId="2147483648"/>
              <pc:sldLayoutMk cId="1701665590" sldId="2147483656"/>
              <ac:spMk id="4" creationId="{E9A64FAC-DA5B-8173-1DBB-BE522EE885A3}"/>
            </ac:spMkLst>
          </pc:spChg>
        </pc:sldLayoutChg>
        <pc:sldLayoutChg chg="modSp">
          <pc:chgData name="Md. Imran Hossain" userId="561a17cef16b55ee" providerId="LiveId" clId="{CCBAD253-E235-4A52-8F01-66940A44DC48}" dt="2026-05-27T16:16:37.022" v="296"/>
          <pc:sldLayoutMkLst>
            <pc:docMk/>
            <pc:sldMasterMk cId="49778912" sldId="2147483648"/>
            <pc:sldLayoutMk cId="3054597252" sldId="2147483657"/>
          </pc:sldLayoutMkLst>
          <pc:spChg chg="mod">
            <ac:chgData name="Md. Imran Hossain" userId="561a17cef16b55ee" providerId="LiveId" clId="{CCBAD253-E235-4A52-8F01-66940A44DC48}" dt="2026-05-27T16:16:37.022" v="296"/>
            <ac:spMkLst>
              <pc:docMk/>
              <pc:sldMasterMk cId="49778912" sldId="2147483648"/>
              <pc:sldLayoutMk cId="3054597252" sldId="2147483657"/>
              <ac:spMk id="2" creationId="{7016B2F0-DF0F-BB28-E3E7-0ECC2560C172}"/>
            </ac:spMkLst>
          </pc:spChg>
          <pc:spChg chg="mod">
            <ac:chgData name="Md. Imran Hossain" userId="561a17cef16b55ee" providerId="LiveId" clId="{CCBAD253-E235-4A52-8F01-66940A44DC48}" dt="2026-05-27T16:16:37.022" v="296"/>
            <ac:spMkLst>
              <pc:docMk/>
              <pc:sldMasterMk cId="49778912" sldId="2147483648"/>
              <pc:sldLayoutMk cId="3054597252" sldId="2147483657"/>
              <ac:spMk id="3" creationId="{A95EC87A-C03D-F8AD-3328-2FCEF606D701}"/>
            </ac:spMkLst>
          </pc:spChg>
          <pc:spChg chg="mod">
            <ac:chgData name="Md. Imran Hossain" userId="561a17cef16b55ee" providerId="LiveId" clId="{CCBAD253-E235-4A52-8F01-66940A44DC48}" dt="2026-05-27T16:16:37.022" v="296"/>
            <ac:spMkLst>
              <pc:docMk/>
              <pc:sldMasterMk cId="49778912" sldId="2147483648"/>
              <pc:sldLayoutMk cId="3054597252" sldId="2147483657"/>
              <ac:spMk id="4" creationId="{3A88AE09-F76F-F98C-80BE-AA9DEFE5582C}"/>
            </ac:spMkLst>
          </pc:spChg>
        </pc:sldLayoutChg>
        <pc:sldLayoutChg chg="modSp">
          <pc:chgData name="Md. Imran Hossain" userId="561a17cef16b55ee" providerId="LiveId" clId="{CCBAD253-E235-4A52-8F01-66940A44DC48}" dt="2026-05-27T16:16:37.022" v="296"/>
          <pc:sldLayoutMkLst>
            <pc:docMk/>
            <pc:sldMasterMk cId="49778912" sldId="2147483648"/>
            <pc:sldLayoutMk cId="1323307680" sldId="2147483659"/>
          </pc:sldLayoutMkLst>
          <pc:spChg chg="mod">
            <ac:chgData name="Md. Imran Hossain" userId="561a17cef16b55ee" providerId="LiveId" clId="{CCBAD253-E235-4A52-8F01-66940A44DC48}" dt="2026-05-27T16:16:37.022" v="296"/>
            <ac:spMkLst>
              <pc:docMk/>
              <pc:sldMasterMk cId="49778912" sldId="2147483648"/>
              <pc:sldLayoutMk cId="1323307680" sldId="2147483659"/>
              <ac:spMk id="2" creationId="{16385EEE-8F0D-C96A-B60E-DF4F000F990F}"/>
            </ac:spMkLst>
          </pc:spChg>
          <pc:spChg chg="mod">
            <ac:chgData name="Md. Imran Hossain" userId="561a17cef16b55ee" providerId="LiveId" clId="{CCBAD253-E235-4A52-8F01-66940A44DC48}" dt="2026-05-27T16:16:37.022" v="296"/>
            <ac:spMkLst>
              <pc:docMk/>
              <pc:sldMasterMk cId="49778912" sldId="2147483648"/>
              <pc:sldLayoutMk cId="1323307680" sldId="2147483659"/>
              <ac:spMk id="3" creationId="{199AA38F-6736-2D89-1F06-0431BEA894E3}"/>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B6B710-52B2-4941-86C9-6DF47EB03E5C}" type="datetimeFigureOut">
              <a:rPr lang="en-US" smtClean="0"/>
              <a:t>5/28/2026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EDE572-9B9A-4132-A372-40D283446F79}" type="slidenum">
              <a:rPr lang="en-US" smtClean="0"/>
              <a:t>‹#›</a:t>
            </a:fld>
            <a:endParaRPr lang="en-US"/>
          </a:p>
        </p:txBody>
      </p:sp>
    </p:spTree>
    <p:extLst>
      <p:ext uri="{BB962C8B-B14F-4D97-AF65-F5344CB8AC3E}">
        <p14:creationId xmlns:p14="http://schemas.microsoft.com/office/powerpoint/2010/main" val="4269393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EDE572-9B9A-4132-A372-40D283446F79}" type="slidenum">
              <a:rPr lang="en-US" smtClean="0"/>
              <a:t>4</a:t>
            </a:fld>
            <a:endParaRPr lang="en-US"/>
          </a:p>
        </p:txBody>
      </p:sp>
    </p:spTree>
    <p:extLst>
      <p:ext uri="{BB962C8B-B14F-4D97-AF65-F5344CB8AC3E}">
        <p14:creationId xmlns:p14="http://schemas.microsoft.com/office/powerpoint/2010/main" val="2254291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EDE572-9B9A-4132-A372-40D283446F79}" type="slidenum">
              <a:rPr lang="en-US" smtClean="0"/>
              <a:t>14</a:t>
            </a:fld>
            <a:endParaRPr lang="en-US"/>
          </a:p>
        </p:txBody>
      </p:sp>
    </p:spTree>
    <p:extLst>
      <p:ext uri="{BB962C8B-B14F-4D97-AF65-F5344CB8AC3E}">
        <p14:creationId xmlns:p14="http://schemas.microsoft.com/office/powerpoint/2010/main" val="1622639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B3E38-9E00-B163-D65F-A63FEA0D3F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93E9103-FE9B-9A96-224D-FDF7EE9C084F}"/>
              </a:ext>
            </a:extLst>
          </p:cNvPr>
          <p:cNvSpPr>
            <a:spLocks noGrp="1"/>
          </p:cNvSpPr>
          <p:nvPr>
            <p:ph type="subTitle" idx="1"/>
          </p:nvPr>
        </p:nvSpPr>
        <p:spPr>
          <a:xfrm>
            <a:off x="1524000" y="3602038"/>
            <a:ext cx="9144000" cy="1655762"/>
          </a:xfrm>
        </p:spPr>
        <p:txBody>
          <a:bodyPr/>
          <a:lstStyle>
            <a:lvl1pPr marL="0" indent="0" algn="ctr">
              <a:buNone/>
              <a:defRPr sz="2400"/>
            </a:lvl1pPr>
            <a:lvl2pPr marL="457191" indent="0" algn="ctr">
              <a:buNone/>
              <a:defRPr sz="2000"/>
            </a:lvl2pPr>
            <a:lvl3pPr marL="914382" indent="0" algn="ctr">
              <a:buNone/>
              <a:defRPr sz="1800"/>
            </a:lvl3pPr>
            <a:lvl4pPr marL="1371572" indent="0" algn="ctr">
              <a:buNone/>
              <a:defRPr sz="1600"/>
            </a:lvl4pPr>
            <a:lvl5pPr marL="1828763" indent="0" algn="ctr">
              <a:buNone/>
              <a:defRPr sz="1600"/>
            </a:lvl5pPr>
            <a:lvl6pPr marL="2285953" indent="0" algn="ctr">
              <a:buNone/>
              <a:defRPr sz="1600"/>
            </a:lvl6pPr>
            <a:lvl7pPr marL="2743144" indent="0" algn="ctr">
              <a:buNone/>
              <a:defRPr sz="1600"/>
            </a:lvl7pPr>
            <a:lvl8pPr marL="3200334" indent="0" algn="ctr">
              <a:buNone/>
              <a:defRPr sz="1600"/>
            </a:lvl8pPr>
            <a:lvl9pPr marL="3657525"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4B118F-957A-E0A1-ED61-E9B1F189DCAD}"/>
              </a:ext>
            </a:extLst>
          </p:cNvPr>
          <p:cNvSpPr>
            <a:spLocks noGrp="1"/>
          </p:cNvSpPr>
          <p:nvPr>
            <p:ph type="dt" sz="half" idx="10"/>
          </p:nvPr>
        </p:nvSpPr>
        <p:spPr/>
        <p:txBody>
          <a:bodyPr/>
          <a:lstStyle/>
          <a:p>
            <a:fld id="{3B4E865E-9D3D-4005-8383-B39C2E001A2A}" type="datetimeFigureOut">
              <a:rPr lang="en-US" smtClean="0"/>
              <a:t>5/28/2026</a:t>
            </a:fld>
            <a:endParaRPr lang="en-US"/>
          </a:p>
        </p:txBody>
      </p:sp>
      <p:sp>
        <p:nvSpPr>
          <p:cNvPr id="5" name="Footer Placeholder 4">
            <a:extLst>
              <a:ext uri="{FF2B5EF4-FFF2-40B4-BE49-F238E27FC236}">
                <a16:creationId xmlns:a16="http://schemas.microsoft.com/office/drawing/2014/main" id="{D408574C-2C02-36CD-D5F8-D528E6FDBF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D469C3-CF3F-3794-D400-7B40621C66C4}"/>
              </a:ext>
            </a:extLst>
          </p:cNvPr>
          <p:cNvSpPr>
            <a:spLocks noGrp="1"/>
          </p:cNvSpPr>
          <p:nvPr>
            <p:ph type="sldNum" sz="quarter" idx="12"/>
          </p:nvPr>
        </p:nvSpPr>
        <p:spPr/>
        <p:txBody>
          <a:bodyPr/>
          <a:lstStyle/>
          <a:p>
            <a:fld id="{EEC23C21-EC24-449C-BC7C-4EFF78A3C558}" type="slidenum">
              <a:rPr lang="en-US" smtClean="0"/>
              <a:t>‹#›</a:t>
            </a:fld>
            <a:endParaRPr lang="en-US"/>
          </a:p>
        </p:txBody>
      </p:sp>
    </p:spTree>
    <p:extLst>
      <p:ext uri="{BB962C8B-B14F-4D97-AF65-F5344CB8AC3E}">
        <p14:creationId xmlns:p14="http://schemas.microsoft.com/office/powerpoint/2010/main" val="1943540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AB8E3-198A-A587-18C4-C2D9F8B91A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54336A-6413-3707-5096-10F47760EC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FF7B30-9F0C-5A2B-5912-0FB789FEFB0A}"/>
              </a:ext>
            </a:extLst>
          </p:cNvPr>
          <p:cNvSpPr>
            <a:spLocks noGrp="1"/>
          </p:cNvSpPr>
          <p:nvPr>
            <p:ph type="dt" sz="half" idx="10"/>
          </p:nvPr>
        </p:nvSpPr>
        <p:spPr/>
        <p:txBody>
          <a:bodyPr/>
          <a:lstStyle/>
          <a:p>
            <a:fld id="{3B4E865E-9D3D-4005-8383-B39C2E001A2A}" type="datetimeFigureOut">
              <a:rPr lang="en-US" smtClean="0"/>
              <a:t>5/28/2026</a:t>
            </a:fld>
            <a:endParaRPr lang="en-US"/>
          </a:p>
        </p:txBody>
      </p:sp>
      <p:sp>
        <p:nvSpPr>
          <p:cNvPr id="5" name="Footer Placeholder 4">
            <a:extLst>
              <a:ext uri="{FF2B5EF4-FFF2-40B4-BE49-F238E27FC236}">
                <a16:creationId xmlns:a16="http://schemas.microsoft.com/office/drawing/2014/main" id="{26EF3FA8-03CB-EA42-71EB-59E78C0042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56DEB-CFE5-EA92-D944-7994DF8CD895}"/>
              </a:ext>
            </a:extLst>
          </p:cNvPr>
          <p:cNvSpPr>
            <a:spLocks noGrp="1"/>
          </p:cNvSpPr>
          <p:nvPr>
            <p:ph type="sldNum" sz="quarter" idx="12"/>
          </p:nvPr>
        </p:nvSpPr>
        <p:spPr/>
        <p:txBody>
          <a:bodyPr/>
          <a:lstStyle/>
          <a:p>
            <a:fld id="{EEC23C21-EC24-449C-BC7C-4EFF78A3C558}" type="slidenum">
              <a:rPr lang="en-US" smtClean="0"/>
              <a:t>‹#›</a:t>
            </a:fld>
            <a:endParaRPr lang="en-US"/>
          </a:p>
        </p:txBody>
      </p:sp>
    </p:spTree>
    <p:extLst>
      <p:ext uri="{BB962C8B-B14F-4D97-AF65-F5344CB8AC3E}">
        <p14:creationId xmlns:p14="http://schemas.microsoft.com/office/powerpoint/2010/main" val="445234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2B7C7-C006-7326-4D11-7803080EF9AA}"/>
              </a:ext>
            </a:extLst>
          </p:cNvPr>
          <p:cNvSpPr>
            <a:spLocks noGrp="1"/>
          </p:cNvSpPr>
          <p:nvPr>
            <p:ph type="title"/>
          </p:nvPr>
        </p:nvSpPr>
        <p:spPr>
          <a:xfrm>
            <a:off x="831850" y="1709739"/>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144196-F779-2BF0-EDEE-EF110EC22AFB}"/>
              </a:ext>
            </a:extLst>
          </p:cNvPr>
          <p:cNvSpPr>
            <a:spLocks noGrp="1"/>
          </p:cNvSpPr>
          <p:nvPr>
            <p:ph type="body" idx="1"/>
          </p:nvPr>
        </p:nvSpPr>
        <p:spPr>
          <a:xfrm>
            <a:off x="831850" y="4589464"/>
            <a:ext cx="10515600" cy="1500187"/>
          </a:xfrm>
        </p:spPr>
        <p:txBody>
          <a:bodyPr/>
          <a:lstStyle>
            <a:lvl1pPr marL="0" indent="0">
              <a:buNone/>
              <a:defRPr sz="2400">
                <a:solidFill>
                  <a:schemeClr val="tx1">
                    <a:tint val="82000"/>
                  </a:schemeClr>
                </a:solidFill>
              </a:defRPr>
            </a:lvl1pPr>
            <a:lvl2pPr marL="457191" indent="0">
              <a:buNone/>
              <a:defRPr sz="2000">
                <a:solidFill>
                  <a:schemeClr val="tx1">
                    <a:tint val="82000"/>
                  </a:schemeClr>
                </a:solidFill>
              </a:defRPr>
            </a:lvl2pPr>
            <a:lvl3pPr marL="914382" indent="0">
              <a:buNone/>
              <a:defRPr sz="1800">
                <a:solidFill>
                  <a:schemeClr val="tx1">
                    <a:tint val="82000"/>
                  </a:schemeClr>
                </a:solidFill>
              </a:defRPr>
            </a:lvl3pPr>
            <a:lvl4pPr marL="1371572" indent="0">
              <a:buNone/>
              <a:defRPr sz="1600">
                <a:solidFill>
                  <a:schemeClr val="tx1">
                    <a:tint val="82000"/>
                  </a:schemeClr>
                </a:solidFill>
              </a:defRPr>
            </a:lvl4pPr>
            <a:lvl5pPr marL="1828763" indent="0">
              <a:buNone/>
              <a:defRPr sz="1600">
                <a:solidFill>
                  <a:schemeClr val="tx1">
                    <a:tint val="82000"/>
                  </a:schemeClr>
                </a:solidFill>
              </a:defRPr>
            </a:lvl5pPr>
            <a:lvl6pPr marL="2285953" indent="0">
              <a:buNone/>
              <a:defRPr sz="1600">
                <a:solidFill>
                  <a:schemeClr val="tx1">
                    <a:tint val="82000"/>
                  </a:schemeClr>
                </a:solidFill>
              </a:defRPr>
            </a:lvl6pPr>
            <a:lvl7pPr marL="2743144" indent="0">
              <a:buNone/>
              <a:defRPr sz="1600">
                <a:solidFill>
                  <a:schemeClr val="tx1">
                    <a:tint val="82000"/>
                  </a:schemeClr>
                </a:solidFill>
              </a:defRPr>
            </a:lvl7pPr>
            <a:lvl8pPr marL="3200334" indent="0">
              <a:buNone/>
              <a:defRPr sz="1600">
                <a:solidFill>
                  <a:schemeClr val="tx1">
                    <a:tint val="82000"/>
                  </a:schemeClr>
                </a:solidFill>
              </a:defRPr>
            </a:lvl8pPr>
            <a:lvl9pPr marL="3657525"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2AEE83-FD80-2C37-4F33-53F8D2715459}"/>
              </a:ext>
            </a:extLst>
          </p:cNvPr>
          <p:cNvSpPr>
            <a:spLocks noGrp="1"/>
          </p:cNvSpPr>
          <p:nvPr>
            <p:ph type="dt" sz="half" idx="10"/>
          </p:nvPr>
        </p:nvSpPr>
        <p:spPr/>
        <p:txBody>
          <a:bodyPr/>
          <a:lstStyle/>
          <a:p>
            <a:fld id="{3B4E865E-9D3D-4005-8383-B39C2E001A2A}" type="datetimeFigureOut">
              <a:rPr lang="en-US" smtClean="0"/>
              <a:t>5/28/2026</a:t>
            </a:fld>
            <a:endParaRPr lang="en-US"/>
          </a:p>
        </p:txBody>
      </p:sp>
      <p:sp>
        <p:nvSpPr>
          <p:cNvPr id="5" name="Footer Placeholder 4">
            <a:extLst>
              <a:ext uri="{FF2B5EF4-FFF2-40B4-BE49-F238E27FC236}">
                <a16:creationId xmlns:a16="http://schemas.microsoft.com/office/drawing/2014/main" id="{6BF87E41-C52C-F15C-B7DD-A5CC6FAFAE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64D249-5ED9-0076-2B81-4B93ECBA1961}"/>
              </a:ext>
            </a:extLst>
          </p:cNvPr>
          <p:cNvSpPr>
            <a:spLocks noGrp="1"/>
          </p:cNvSpPr>
          <p:nvPr>
            <p:ph type="sldNum" sz="quarter" idx="12"/>
          </p:nvPr>
        </p:nvSpPr>
        <p:spPr/>
        <p:txBody>
          <a:bodyPr/>
          <a:lstStyle/>
          <a:p>
            <a:fld id="{EEC23C21-EC24-449C-BC7C-4EFF78A3C558}" type="slidenum">
              <a:rPr lang="en-US" smtClean="0"/>
              <a:t>‹#›</a:t>
            </a:fld>
            <a:endParaRPr lang="en-US"/>
          </a:p>
        </p:txBody>
      </p:sp>
    </p:spTree>
    <p:extLst>
      <p:ext uri="{BB962C8B-B14F-4D97-AF65-F5344CB8AC3E}">
        <p14:creationId xmlns:p14="http://schemas.microsoft.com/office/powerpoint/2010/main" val="722351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0DAB0-DD16-0784-BCF1-D8B96786F8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BF216D-681A-E06B-5A24-AA9ABFD352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1128FF-5766-833A-22E5-7AB1E49A96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CD1FB5-204D-E1D7-A404-643417883BE2}"/>
              </a:ext>
            </a:extLst>
          </p:cNvPr>
          <p:cNvSpPr>
            <a:spLocks noGrp="1"/>
          </p:cNvSpPr>
          <p:nvPr>
            <p:ph type="dt" sz="half" idx="10"/>
          </p:nvPr>
        </p:nvSpPr>
        <p:spPr/>
        <p:txBody>
          <a:bodyPr/>
          <a:lstStyle/>
          <a:p>
            <a:fld id="{3B4E865E-9D3D-4005-8383-B39C2E001A2A}" type="datetimeFigureOut">
              <a:rPr lang="en-US" smtClean="0"/>
              <a:t>5/28/2026</a:t>
            </a:fld>
            <a:endParaRPr lang="en-US"/>
          </a:p>
        </p:txBody>
      </p:sp>
      <p:sp>
        <p:nvSpPr>
          <p:cNvPr id="6" name="Footer Placeholder 5">
            <a:extLst>
              <a:ext uri="{FF2B5EF4-FFF2-40B4-BE49-F238E27FC236}">
                <a16:creationId xmlns:a16="http://schemas.microsoft.com/office/drawing/2014/main" id="{2988872D-80FE-AA22-AD90-87C6504CEA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355B3C-3C2F-DDE4-48BD-A8CF2E46DF7B}"/>
              </a:ext>
            </a:extLst>
          </p:cNvPr>
          <p:cNvSpPr>
            <a:spLocks noGrp="1"/>
          </p:cNvSpPr>
          <p:nvPr>
            <p:ph type="sldNum" sz="quarter" idx="12"/>
          </p:nvPr>
        </p:nvSpPr>
        <p:spPr/>
        <p:txBody>
          <a:bodyPr/>
          <a:lstStyle/>
          <a:p>
            <a:fld id="{EEC23C21-EC24-449C-BC7C-4EFF78A3C558}" type="slidenum">
              <a:rPr lang="en-US" smtClean="0"/>
              <a:t>‹#›</a:t>
            </a:fld>
            <a:endParaRPr lang="en-US"/>
          </a:p>
        </p:txBody>
      </p:sp>
    </p:spTree>
    <p:extLst>
      <p:ext uri="{BB962C8B-B14F-4D97-AF65-F5344CB8AC3E}">
        <p14:creationId xmlns:p14="http://schemas.microsoft.com/office/powerpoint/2010/main" val="3637904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44B27-0806-69E9-B0C3-E1916A1F66D7}"/>
              </a:ext>
            </a:extLst>
          </p:cNvPr>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5226C6-1FC3-70FD-995D-EB0177ED474F}"/>
              </a:ext>
            </a:extLst>
          </p:cNvPr>
          <p:cNvSpPr>
            <a:spLocks noGrp="1"/>
          </p:cNvSpPr>
          <p:nvPr>
            <p:ph type="body" idx="1"/>
          </p:nvPr>
        </p:nvSpPr>
        <p:spPr>
          <a:xfrm>
            <a:off x="839789" y="1681163"/>
            <a:ext cx="5157787" cy="823912"/>
          </a:xfrm>
        </p:spPr>
        <p:txBody>
          <a:bodyPr anchor="b"/>
          <a:lstStyle>
            <a:lvl1pPr marL="0" indent="0">
              <a:buNone/>
              <a:defRPr sz="2400" b="1"/>
            </a:lvl1pPr>
            <a:lvl2pPr marL="457191" indent="0">
              <a:buNone/>
              <a:defRPr sz="2000" b="1"/>
            </a:lvl2pPr>
            <a:lvl3pPr marL="914382" indent="0">
              <a:buNone/>
              <a:defRPr sz="1800" b="1"/>
            </a:lvl3pPr>
            <a:lvl4pPr marL="1371572" indent="0">
              <a:buNone/>
              <a:defRPr sz="1600" b="1"/>
            </a:lvl4pPr>
            <a:lvl5pPr marL="1828763" indent="0">
              <a:buNone/>
              <a:defRPr sz="1600" b="1"/>
            </a:lvl5pPr>
            <a:lvl6pPr marL="2285953" indent="0">
              <a:buNone/>
              <a:defRPr sz="1600" b="1"/>
            </a:lvl6pPr>
            <a:lvl7pPr marL="2743144" indent="0">
              <a:buNone/>
              <a:defRPr sz="1600" b="1"/>
            </a:lvl7pPr>
            <a:lvl8pPr marL="3200334" indent="0">
              <a:buNone/>
              <a:defRPr sz="1600" b="1"/>
            </a:lvl8pPr>
            <a:lvl9pPr marL="3657525"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95C221-A529-F94C-51AA-53FD6704B1BD}"/>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4C5ADC-6457-38CC-537F-3660C898B4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191" indent="0">
              <a:buNone/>
              <a:defRPr sz="2000" b="1"/>
            </a:lvl2pPr>
            <a:lvl3pPr marL="914382" indent="0">
              <a:buNone/>
              <a:defRPr sz="1800" b="1"/>
            </a:lvl3pPr>
            <a:lvl4pPr marL="1371572" indent="0">
              <a:buNone/>
              <a:defRPr sz="1600" b="1"/>
            </a:lvl4pPr>
            <a:lvl5pPr marL="1828763" indent="0">
              <a:buNone/>
              <a:defRPr sz="1600" b="1"/>
            </a:lvl5pPr>
            <a:lvl6pPr marL="2285953" indent="0">
              <a:buNone/>
              <a:defRPr sz="1600" b="1"/>
            </a:lvl6pPr>
            <a:lvl7pPr marL="2743144" indent="0">
              <a:buNone/>
              <a:defRPr sz="1600" b="1"/>
            </a:lvl7pPr>
            <a:lvl8pPr marL="3200334" indent="0">
              <a:buNone/>
              <a:defRPr sz="1600" b="1"/>
            </a:lvl8pPr>
            <a:lvl9pPr marL="3657525"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027200-137A-F1FF-5378-B25310EBEC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54CA9C-EE9B-EFEF-7FB7-9BEA50298225}"/>
              </a:ext>
            </a:extLst>
          </p:cNvPr>
          <p:cNvSpPr>
            <a:spLocks noGrp="1"/>
          </p:cNvSpPr>
          <p:nvPr>
            <p:ph type="dt" sz="half" idx="10"/>
          </p:nvPr>
        </p:nvSpPr>
        <p:spPr/>
        <p:txBody>
          <a:bodyPr/>
          <a:lstStyle/>
          <a:p>
            <a:fld id="{3B4E865E-9D3D-4005-8383-B39C2E001A2A}" type="datetimeFigureOut">
              <a:rPr lang="en-US" smtClean="0"/>
              <a:t>5/28/2026</a:t>
            </a:fld>
            <a:endParaRPr lang="en-US"/>
          </a:p>
        </p:txBody>
      </p:sp>
      <p:sp>
        <p:nvSpPr>
          <p:cNvPr id="8" name="Footer Placeholder 7">
            <a:extLst>
              <a:ext uri="{FF2B5EF4-FFF2-40B4-BE49-F238E27FC236}">
                <a16:creationId xmlns:a16="http://schemas.microsoft.com/office/drawing/2014/main" id="{1E98CDE4-50C5-70B6-7472-DC44ADB6B3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870670-2C93-FC0C-B519-BE085BFD6974}"/>
              </a:ext>
            </a:extLst>
          </p:cNvPr>
          <p:cNvSpPr>
            <a:spLocks noGrp="1"/>
          </p:cNvSpPr>
          <p:nvPr>
            <p:ph type="sldNum" sz="quarter" idx="12"/>
          </p:nvPr>
        </p:nvSpPr>
        <p:spPr/>
        <p:txBody>
          <a:bodyPr/>
          <a:lstStyle/>
          <a:p>
            <a:fld id="{EEC23C21-EC24-449C-BC7C-4EFF78A3C558}" type="slidenum">
              <a:rPr lang="en-US" smtClean="0"/>
              <a:t>‹#›</a:t>
            </a:fld>
            <a:endParaRPr lang="en-US"/>
          </a:p>
        </p:txBody>
      </p:sp>
    </p:spTree>
    <p:extLst>
      <p:ext uri="{BB962C8B-B14F-4D97-AF65-F5344CB8AC3E}">
        <p14:creationId xmlns:p14="http://schemas.microsoft.com/office/powerpoint/2010/main" val="2494506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993C2-3255-204A-BE2A-6A130C80626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82D9CE-3BD4-CFAC-2853-2B94C1125FBB}"/>
              </a:ext>
            </a:extLst>
          </p:cNvPr>
          <p:cNvSpPr>
            <a:spLocks noGrp="1"/>
          </p:cNvSpPr>
          <p:nvPr>
            <p:ph type="dt" sz="half" idx="10"/>
          </p:nvPr>
        </p:nvSpPr>
        <p:spPr/>
        <p:txBody>
          <a:bodyPr/>
          <a:lstStyle/>
          <a:p>
            <a:fld id="{3B4E865E-9D3D-4005-8383-B39C2E001A2A}" type="datetimeFigureOut">
              <a:rPr lang="en-US" smtClean="0"/>
              <a:t>5/28/2026</a:t>
            </a:fld>
            <a:endParaRPr lang="en-US"/>
          </a:p>
        </p:txBody>
      </p:sp>
      <p:sp>
        <p:nvSpPr>
          <p:cNvPr id="4" name="Footer Placeholder 3">
            <a:extLst>
              <a:ext uri="{FF2B5EF4-FFF2-40B4-BE49-F238E27FC236}">
                <a16:creationId xmlns:a16="http://schemas.microsoft.com/office/drawing/2014/main" id="{81A50A34-E222-7826-541F-F19BCFB1CB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BE95AD-80CA-F5DA-4BB1-959FC62CEF9D}"/>
              </a:ext>
            </a:extLst>
          </p:cNvPr>
          <p:cNvSpPr>
            <a:spLocks noGrp="1"/>
          </p:cNvSpPr>
          <p:nvPr>
            <p:ph type="sldNum" sz="quarter" idx="12"/>
          </p:nvPr>
        </p:nvSpPr>
        <p:spPr/>
        <p:txBody>
          <a:bodyPr/>
          <a:lstStyle/>
          <a:p>
            <a:fld id="{EEC23C21-EC24-449C-BC7C-4EFF78A3C558}" type="slidenum">
              <a:rPr lang="en-US" smtClean="0"/>
              <a:t>‹#›</a:t>
            </a:fld>
            <a:endParaRPr lang="en-US"/>
          </a:p>
        </p:txBody>
      </p:sp>
    </p:spTree>
    <p:extLst>
      <p:ext uri="{BB962C8B-B14F-4D97-AF65-F5344CB8AC3E}">
        <p14:creationId xmlns:p14="http://schemas.microsoft.com/office/powerpoint/2010/main" val="1397699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C5D82A-BD26-0B20-C386-F202590F688F}"/>
              </a:ext>
            </a:extLst>
          </p:cNvPr>
          <p:cNvSpPr>
            <a:spLocks noGrp="1"/>
          </p:cNvSpPr>
          <p:nvPr>
            <p:ph type="dt" sz="half" idx="10"/>
          </p:nvPr>
        </p:nvSpPr>
        <p:spPr/>
        <p:txBody>
          <a:bodyPr/>
          <a:lstStyle/>
          <a:p>
            <a:fld id="{3B4E865E-9D3D-4005-8383-B39C2E001A2A}" type="datetimeFigureOut">
              <a:rPr lang="en-US" smtClean="0"/>
              <a:t>5/28/2026</a:t>
            </a:fld>
            <a:endParaRPr lang="en-US"/>
          </a:p>
        </p:txBody>
      </p:sp>
      <p:sp>
        <p:nvSpPr>
          <p:cNvPr id="3" name="Footer Placeholder 2">
            <a:extLst>
              <a:ext uri="{FF2B5EF4-FFF2-40B4-BE49-F238E27FC236}">
                <a16:creationId xmlns:a16="http://schemas.microsoft.com/office/drawing/2014/main" id="{0A555FD0-E742-D780-37E8-713B0AFBE28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5C459D-A004-B65B-4E32-8CF3C74258C1}"/>
              </a:ext>
            </a:extLst>
          </p:cNvPr>
          <p:cNvSpPr>
            <a:spLocks noGrp="1"/>
          </p:cNvSpPr>
          <p:nvPr>
            <p:ph type="sldNum" sz="quarter" idx="12"/>
          </p:nvPr>
        </p:nvSpPr>
        <p:spPr/>
        <p:txBody>
          <a:bodyPr/>
          <a:lstStyle/>
          <a:p>
            <a:fld id="{EEC23C21-EC24-449C-BC7C-4EFF78A3C558}" type="slidenum">
              <a:rPr lang="en-US" smtClean="0"/>
              <a:t>‹#›</a:t>
            </a:fld>
            <a:endParaRPr lang="en-US"/>
          </a:p>
        </p:txBody>
      </p:sp>
    </p:spTree>
    <p:extLst>
      <p:ext uri="{BB962C8B-B14F-4D97-AF65-F5344CB8AC3E}">
        <p14:creationId xmlns:p14="http://schemas.microsoft.com/office/powerpoint/2010/main" val="3895534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638FE-B7E1-630C-72E1-B52A500D5D39}"/>
              </a:ext>
            </a:extLst>
          </p:cNvPr>
          <p:cNvSpPr>
            <a:spLocks noGrp="1"/>
          </p:cNvSpPr>
          <p:nvPr>
            <p:ph type="title"/>
          </p:nvPr>
        </p:nvSpPr>
        <p:spPr>
          <a:xfrm>
            <a:off x="839789"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F54548-DB92-C811-498A-B052BC92E568}"/>
              </a:ext>
            </a:extLst>
          </p:cNvPr>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A64FAC-DA5B-8173-1DBB-BE522EE885A3}"/>
              </a:ext>
            </a:extLst>
          </p:cNvPr>
          <p:cNvSpPr>
            <a:spLocks noGrp="1"/>
          </p:cNvSpPr>
          <p:nvPr>
            <p:ph type="body" sz="half" idx="2"/>
          </p:nvPr>
        </p:nvSpPr>
        <p:spPr>
          <a:xfrm>
            <a:off x="839789" y="2057400"/>
            <a:ext cx="3932237" cy="3811588"/>
          </a:xfrm>
        </p:spPr>
        <p:txBody>
          <a:bodyPr/>
          <a:lstStyle>
            <a:lvl1pPr marL="0" indent="0">
              <a:buNone/>
              <a:defRPr sz="1600"/>
            </a:lvl1pPr>
            <a:lvl2pPr marL="457191" indent="0">
              <a:buNone/>
              <a:defRPr sz="1400"/>
            </a:lvl2pPr>
            <a:lvl3pPr marL="914382" indent="0">
              <a:buNone/>
              <a:defRPr sz="1200"/>
            </a:lvl3pPr>
            <a:lvl4pPr marL="1371572" indent="0">
              <a:buNone/>
              <a:defRPr sz="1000"/>
            </a:lvl4pPr>
            <a:lvl5pPr marL="1828763" indent="0">
              <a:buNone/>
              <a:defRPr sz="1000"/>
            </a:lvl5pPr>
            <a:lvl6pPr marL="2285953" indent="0">
              <a:buNone/>
              <a:defRPr sz="1000"/>
            </a:lvl6pPr>
            <a:lvl7pPr marL="2743144" indent="0">
              <a:buNone/>
              <a:defRPr sz="1000"/>
            </a:lvl7pPr>
            <a:lvl8pPr marL="3200334" indent="0">
              <a:buNone/>
              <a:defRPr sz="1000"/>
            </a:lvl8pPr>
            <a:lvl9pPr marL="3657525"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4BCC79-BC70-6BEA-1481-FF13FA79F9B5}"/>
              </a:ext>
            </a:extLst>
          </p:cNvPr>
          <p:cNvSpPr>
            <a:spLocks noGrp="1"/>
          </p:cNvSpPr>
          <p:nvPr>
            <p:ph type="dt" sz="half" idx="10"/>
          </p:nvPr>
        </p:nvSpPr>
        <p:spPr/>
        <p:txBody>
          <a:bodyPr/>
          <a:lstStyle/>
          <a:p>
            <a:fld id="{3B4E865E-9D3D-4005-8383-B39C2E001A2A}" type="datetimeFigureOut">
              <a:rPr lang="en-US" smtClean="0"/>
              <a:t>5/28/2026</a:t>
            </a:fld>
            <a:endParaRPr lang="en-US"/>
          </a:p>
        </p:txBody>
      </p:sp>
      <p:sp>
        <p:nvSpPr>
          <p:cNvPr id="6" name="Footer Placeholder 5">
            <a:extLst>
              <a:ext uri="{FF2B5EF4-FFF2-40B4-BE49-F238E27FC236}">
                <a16:creationId xmlns:a16="http://schemas.microsoft.com/office/drawing/2014/main" id="{B2FBCB18-6925-2299-69FE-AC193980A6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A875C4-F3CA-17E2-4B94-171FD0E60E15}"/>
              </a:ext>
            </a:extLst>
          </p:cNvPr>
          <p:cNvSpPr>
            <a:spLocks noGrp="1"/>
          </p:cNvSpPr>
          <p:nvPr>
            <p:ph type="sldNum" sz="quarter" idx="12"/>
          </p:nvPr>
        </p:nvSpPr>
        <p:spPr/>
        <p:txBody>
          <a:bodyPr/>
          <a:lstStyle/>
          <a:p>
            <a:fld id="{EEC23C21-EC24-449C-BC7C-4EFF78A3C558}" type="slidenum">
              <a:rPr lang="en-US" smtClean="0"/>
              <a:t>‹#›</a:t>
            </a:fld>
            <a:endParaRPr lang="en-US"/>
          </a:p>
        </p:txBody>
      </p:sp>
    </p:spTree>
    <p:extLst>
      <p:ext uri="{BB962C8B-B14F-4D97-AF65-F5344CB8AC3E}">
        <p14:creationId xmlns:p14="http://schemas.microsoft.com/office/powerpoint/2010/main" val="1701665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6B2F0-DF0F-BB28-E3E7-0ECC2560C172}"/>
              </a:ext>
            </a:extLst>
          </p:cNvPr>
          <p:cNvSpPr>
            <a:spLocks noGrp="1"/>
          </p:cNvSpPr>
          <p:nvPr>
            <p:ph type="title"/>
          </p:nvPr>
        </p:nvSpPr>
        <p:spPr>
          <a:xfrm>
            <a:off x="839789"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95EC87A-C03D-F8AD-3328-2FCEF606D701}"/>
              </a:ext>
            </a:extLst>
          </p:cNvPr>
          <p:cNvSpPr>
            <a:spLocks noGrp="1"/>
          </p:cNvSpPr>
          <p:nvPr>
            <p:ph type="pic" idx="1"/>
          </p:nvPr>
        </p:nvSpPr>
        <p:spPr>
          <a:xfrm>
            <a:off x="5183188" y="987426"/>
            <a:ext cx="6172200" cy="4873625"/>
          </a:xfrm>
        </p:spPr>
        <p:txBody>
          <a:bodyPr/>
          <a:lstStyle>
            <a:lvl1pPr marL="0" indent="0">
              <a:buNone/>
              <a:defRPr sz="3200"/>
            </a:lvl1pPr>
            <a:lvl2pPr marL="457191" indent="0">
              <a:buNone/>
              <a:defRPr sz="2800"/>
            </a:lvl2pPr>
            <a:lvl3pPr marL="914382" indent="0">
              <a:buNone/>
              <a:defRPr sz="2400"/>
            </a:lvl3pPr>
            <a:lvl4pPr marL="1371572" indent="0">
              <a:buNone/>
              <a:defRPr sz="2000"/>
            </a:lvl4pPr>
            <a:lvl5pPr marL="1828763" indent="0">
              <a:buNone/>
              <a:defRPr sz="2000"/>
            </a:lvl5pPr>
            <a:lvl6pPr marL="2285953" indent="0">
              <a:buNone/>
              <a:defRPr sz="2000"/>
            </a:lvl6pPr>
            <a:lvl7pPr marL="2743144" indent="0">
              <a:buNone/>
              <a:defRPr sz="2000"/>
            </a:lvl7pPr>
            <a:lvl8pPr marL="3200334" indent="0">
              <a:buNone/>
              <a:defRPr sz="2000"/>
            </a:lvl8pPr>
            <a:lvl9pPr marL="3657525" indent="0">
              <a:buNone/>
              <a:defRPr sz="2000"/>
            </a:lvl9pPr>
          </a:lstStyle>
          <a:p>
            <a:endParaRPr lang="en-US"/>
          </a:p>
        </p:txBody>
      </p:sp>
      <p:sp>
        <p:nvSpPr>
          <p:cNvPr id="4" name="Text Placeholder 3">
            <a:extLst>
              <a:ext uri="{FF2B5EF4-FFF2-40B4-BE49-F238E27FC236}">
                <a16:creationId xmlns:a16="http://schemas.microsoft.com/office/drawing/2014/main" id="{3A88AE09-F76F-F98C-80BE-AA9DEFE5582C}"/>
              </a:ext>
            </a:extLst>
          </p:cNvPr>
          <p:cNvSpPr>
            <a:spLocks noGrp="1"/>
          </p:cNvSpPr>
          <p:nvPr>
            <p:ph type="body" sz="half" idx="2"/>
          </p:nvPr>
        </p:nvSpPr>
        <p:spPr>
          <a:xfrm>
            <a:off x="839789" y="2057400"/>
            <a:ext cx="3932237" cy="3811588"/>
          </a:xfrm>
        </p:spPr>
        <p:txBody>
          <a:bodyPr/>
          <a:lstStyle>
            <a:lvl1pPr marL="0" indent="0">
              <a:buNone/>
              <a:defRPr sz="1600"/>
            </a:lvl1pPr>
            <a:lvl2pPr marL="457191" indent="0">
              <a:buNone/>
              <a:defRPr sz="1400"/>
            </a:lvl2pPr>
            <a:lvl3pPr marL="914382" indent="0">
              <a:buNone/>
              <a:defRPr sz="1200"/>
            </a:lvl3pPr>
            <a:lvl4pPr marL="1371572" indent="0">
              <a:buNone/>
              <a:defRPr sz="1000"/>
            </a:lvl4pPr>
            <a:lvl5pPr marL="1828763" indent="0">
              <a:buNone/>
              <a:defRPr sz="1000"/>
            </a:lvl5pPr>
            <a:lvl6pPr marL="2285953" indent="0">
              <a:buNone/>
              <a:defRPr sz="1000"/>
            </a:lvl6pPr>
            <a:lvl7pPr marL="2743144" indent="0">
              <a:buNone/>
              <a:defRPr sz="1000"/>
            </a:lvl7pPr>
            <a:lvl8pPr marL="3200334" indent="0">
              <a:buNone/>
              <a:defRPr sz="1000"/>
            </a:lvl8pPr>
            <a:lvl9pPr marL="3657525"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FB9F9B-5531-91B9-A5DF-3DC4CA762D06}"/>
              </a:ext>
            </a:extLst>
          </p:cNvPr>
          <p:cNvSpPr>
            <a:spLocks noGrp="1"/>
          </p:cNvSpPr>
          <p:nvPr>
            <p:ph type="dt" sz="half" idx="10"/>
          </p:nvPr>
        </p:nvSpPr>
        <p:spPr/>
        <p:txBody>
          <a:bodyPr/>
          <a:lstStyle/>
          <a:p>
            <a:fld id="{3B4E865E-9D3D-4005-8383-B39C2E001A2A}" type="datetimeFigureOut">
              <a:rPr lang="en-US" smtClean="0"/>
              <a:t>5/28/2026</a:t>
            </a:fld>
            <a:endParaRPr lang="en-US"/>
          </a:p>
        </p:txBody>
      </p:sp>
      <p:sp>
        <p:nvSpPr>
          <p:cNvPr id="6" name="Footer Placeholder 5">
            <a:extLst>
              <a:ext uri="{FF2B5EF4-FFF2-40B4-BE49-F238E27FC236}">
                <a16:creationId xmlns:a16="http://schemas.microsoft.com/office/drawing/2014/main" id="{00DA57A7-D38E-B153-AFDC-3CC12BA7EB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19E720-F3DE-21DD-A9BA-0220EB9CDAA3}"/>
              </a:ext>
            </a:extLst>
          </p:cNvPr>
          <p:cNvSpPr>
            <a:spLocks noGrp="1"/>
          </p:cNvSpPr>
          <p:nvPr>
            <p:ph type="sldNum" sz="quarter" idx="12"/>
          </p:nvPr>
        </p:nvSpPr>
        <p:spPr/>
        <p:txBody>
          <a:bodyPr/>
          <a:lstStyle/>
          <a:p>
            <a:fld id="{EEC23C21-EC24-449C-BC7C-4EFF78A3C558}" type="slidenum">
              <a:rPr lang="en-US" smtClean="0"/>
              <a:t>‹#›</a:t>
            </a:fld>
            <a:endParaRPr lang="en-US"/>
          </a:p>
        </p:txBody>
      </p:sp>
    </p:spTree>
    <p:extLst>
      <p:ext uri="{BB962C8B-B14F-4D97-AF65-F5344CB8AC3E}">
        <p14:creationId xmlns:p14="http://schemas.microsoft.com/office/powerpoint/2010/main" val="3054597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C48F8-0DEE-C201-4799-9BEC2825DC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C6BD68-4EB3-1E97-1251-611ACFECE6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E4DE7F-1714-FDA9-4D61-0EBC4E1EE91C}"/>
              </a:ext>
            </a:extLst>
          </p:cNvPr>
          <p:cNvSpPr>
            <a:spLocks noGrp="1"/>
          </p:cNvSpPr>
          <p:nvPr>
            <p:ph type="dt" sz="half" idx="10"/>
          </p:nvPr>
        </p:nvSpPr>
        <p:spPr/>
        <p:txBody>
          <a:bodyPr/>
          <a:lstStyle/>
          <a:p>
            <a:fld id="{3B4E865E-9D3D-4005-8383-B39C2E001A2A}" type="datetimeFigureOut">
              <a:rPr lang="en-US" smtClean="0"/>
              <a:t>5/28/2026</a:t>
            </a:fld>
            <a:endParaRPr lang="en-US"/>
          </a:p>
        </p:txBody>
      </p:sp>
      <p:sp>
        <p:nvSpPr>
          <p:cNvPr id="5" name="Footer Placeholder 4">
            <a:extLst>
              <a:ext uri="{FF2B5EF4-FFF2-40B4-BE49-F238E27FC236}">
                <a16:creationId xmlns:a16="http://schemas.microsoft.com/office/drawing/2014/main" id="{7BF19E84-5424-E4A1-B0E8-B688BE404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296F35-E473-121D-8792-754CADA64EBB}"/>
              </a:ext>
            </a:extLst>
          </p:cNvPr>
          <p:cNvSpPr>
            <a:spLocks noGrp="1"/>
          </p:cNvSpPr>
          <p:nvPr>
            <p:ph type="sldNum" sz="quarter" idx="12"/>
          </p:nvPr>
        </p:nvSpPr>
        <p:spPr/>
        <p:txBody>
          <a:bodyPr/>
          <a:lstStyle/>
          <a:p>
            <a:fld id="{EEC23C21-EC24-449C-BC7C-4EFF78A3C558}" type="slidenum">
              <a:rPr lang="en-US" smtClean="0"/>
              <a:t>‹#›</a:t>
            </a:fld>
            <a:endParaRPr lang="en-US"/>
          </a:p>
        </p:txBody>
      </p:sp>
    </p:spTree>
    <p:extLst>
      <p:ext uri="{BB962C8B-B14F-4D97-AF65-F5344CB8AC3E}">
        <p14:creationId xmlns:p14="http://schemas.microsoft.com/office/powerpoint/2010/main" val="3358923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385EEE-8F0D-C96A-B60E-DF4F000F990F}"/>
              </a:ext>
            </a:extLst>
          </p:cNvPr>
          <p:cNvSpPr>
            <a:spLocks noGrp="1"/>
          </p:cNvSpPr>
          <p:nvPr>
            <p:ph type="title" orient="vert"/>
          </p:nvPr>
        </p:nvSpPr>
        <p:spPr>
          <a:xfrm>
            <a:off x="8724900" y="365126"/>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9AA38F-6736-2D89-1F06-0431BEA894E3}"/>
              </a:ext>
            </a:extLst>
          </p:cNvPr>
          <p:cNvSpPr>
            <a:spLocks noGrp="1"/>
          </p:cNvSpPr>
          <p:nvPr>
            <p:ph type="body" orient="vert" idx="1"/>
          </p:nvPr>
        </p:nvSpPr>
        <p:spPr>
          <a:xfrm>
            <a:off x="838200" y="365126"/>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F9CB43-4CB3-556E-9845-861694BE96B1}"/>
              </a:ext>
            </a:extLst>
          </p:cNvPr>
          <p:cNvSpPr>
            <a:spLocks noGrp="1"/>
          </p:cNvSpPr>
          <p:nvPr>
            <p:ph type="dt" sz="half" idx="10"/>
          </p:nvPr>
        </p:nvSpPr>
        <p:spPr/>
        <p:txBody>
          <a:bodyPr/>
          <a:lstStyle/>
          <a:p>
            <a:fld id="{3B4E865E-9D3D-4005-8383-B39C2E001A2A}" type="datetimeFigureOut">
              <a:rPr lang="en-US" smtClean="0"/>
              <a:t>5/28/2026</a:t>
            </a:fld>
            <a:endParaRPr lang="en-US"/>
          </a:p>
        </p:txBody>
      </p:sp>
      <p:sp>
        <p:nvSpPr>
          <p:cNvPr id="5" name="Footer Placeholder 4">
            <a:extLst>
              <a:ext uri="{FF2B5EF4-FFF2-40B4-BE49-F238E27FC236}">
                <a16:creationId xmlns:a16="http://schemas.microsoft.com/office/drawing/2014/main" id="{0E62E89E-7D08-F019-1C90-5FD83ABB89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94C010-969D-5F7B-BD2E-C88A0B3546CB}"/>
              </a:ext>
            </a:extLst>
          </p:cNvPr>
          <p:cNvSpPr>
            <a:spLocks noGrp="1"/>
          </p:cNvSpPr>
          <p:nvPr>
            <p:ph type="sldNum" sz="quarter" idx="12"/>
          </p:nvPr>
        </p:nvSpPr>
        <p:spPr/>
        <p:txBody>
          <a:bodyPr/>
          <a:lstStyle/>
          <a:p>
            <a:fld id="{EEC23C21-EC24-449C-BC7C-4EFF78A3C558}" type="slidenum">
              <a:rPr lang="en-US" smtClean="0"/>
              <a:t>‹#›</a:t>
            </a:fld>
            <a:endParaRPr lang="en-US"/>
          </a:p>
        </p:txBody>
      </p:sp>
    </p:spTree>
    <p:extLst>
      <p:ext uri="{BB962C8B-B14F-4D97-AF65-F5344CB8AC3E}">
        <p14:creationId xmlns:p14="http://schemas.microsoft.com/office/powerpoint/2010/main" val="1323307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913083-FD53-CEB4-020A-BCCBDBE77B03}"/>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49FFFF-0E9A-3345-AD29-E6E108B2EC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3CAEB4-9732-204A-A7EC-AD377BF27414}"/>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4E865E-9D3D-4005-8383-B39C2E001A2A}" type="datetimeFigureOut">
              <a:rPr lang="en-US" smtClean="0"/>
              <a:t>5/28/2026</a:t>
            </a:fld>
            <a:endParaRPr lang="en-US"/>
          </a:p>
        </p:txBody>
      </p:sp>
      <p:sp>
        <p:nvSpPr>
          <p:cNvPr id="5" name="Footer Placeholder 4">
            <a:extLst>
              <a:ext uri="{FF2B5EF4-FFF2-40B4-BE49-F238E27FC236}">
                <a16:creationId xmlns:a16="http://schemas.microsoft.com/office/drawing/2014/main" id="{F19F67DB-7680-AFC1-959D-D80A20E5757E}"/>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1E39677-87AF-EFC5-B304-DA2F19C09C57}"/>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C23C21-EC24-449C-BC7C-4EFF78A3C558}" type="slidenum">
              <a:rPr lang="en-US" smtClean="0"/>
              <a:t>‹#›</a:t>
            </a:fld>
            <a:endParaRPr lang="en-US"/>
          </a:p>
        </p:txBody>
      </p:sp>
    </p:spTree>
    <p:extLst>
      <p:ext uri="{BB962C8B-B14F-4D97-AF65-F5344CB8AC3E}">
        <p14:creationId xmlns:p14="http://schemas.microsoft.com/office/powerpoint/2010/main" val="49778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82"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5" indent="-228595" algn="l" defTabSz="91438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6" indent="-228595" algn="l" defTabSz="91438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7" indent="-228595" algn="l" defTabSz="91438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8" indent="-228595" algn="l" defTabSz="9143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58" indent="-228595" algn="l" defTabSz="9143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48" indent="-228595" algn="l" defTabSz="9143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39" indent="-228595" algn="l" defTabSz="9143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30" indent="-228595" algn="l" defTabSz="9143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20" indent="-228595" algn="l" defTabSz="9143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82" rtl="0" eaLnBrk="1" latinLnBrk="0" hangingPunct="1">
        <a:defRPr sz="1800" kern="1200">
          <a:solidFill>
            <a:schemeClr val="tx1"/>
          </a:solidFill>
          <a:latin typeface="+mn-lt"/>
          <a:ea typeface="+mn-ea"/>
          <a:cs typeface="+mn-cs"/>
        </a:defRPr>
      </a:lvl1pPr>
      <a:lvl2pPr marL="457191" algn="l" defTabSz="914382" rtl="0" eaLnBrk="1" latinLnBrk="0" hangingPunct="1">
        <a:defRPr sz="1800" kern="1200">
          <a:solidFill>
            <a:schemeClr val="tx1"/>
          </a:solidFill>
          <a:latin typeface="+mn-lt"/>
          <a:ea typeface="+mn-ea"/>
          <a:cs typeface="+mn-cs"/>
        </a:defRPr>
      </a:lvl2pPr>
      <a:lvl3pPr marL="914382" algn="l" defTabSz="914382" rtl="0" eaLnBrk="1" latinLnBrk="0" hangingPunct="1">
        <a:defRPr sz="1800" kern="1200">
          <a:solidFill>
            <a:schemeClr val="tx1"/>
          </a:solidFill>
          <a:latin typeface="+mn-lt"/>
          <a:ea typeface="+mn-ea"/>
          <a:cs typeface="+mn-cs"/>
        </a:defRPr>
      </a:lvl3pPr>
      <a:lvl4pPr marL="1371572" algn="l" defTabSz="914382" rtl="0" eaLnBrk="1" latinLnBrk="0" hangingPunct="1">
        <a:defRPr sz="1800" kern="1200">
          <a:solidFill>
            <a:schemeClr val="tx1"/>
          </a:solidFill>
          <a:latin typeface="+mn-lt"/>
          <a:ea typeface="+mn-ea"/>
          <a:cs typeface="+mn-cs"/>
        </a:defRPr>
      </a:lvl4pPr>
      <a:lvl5pPr marL="1828763" algn="l" defTabSz="914382" rtl="0" eaLnBrk="1" latinLnBrk="0" hangingPunct="1">
        <a:defRPr sz="1800" kern="1200">
          <a:solidFill>
            <a:schemeClr val="tx1"/>
          </a:solidFill>
          <a:latin typeface="+mn-lt"/>
          <a:ea typeface="+mn-ea"/>
          <a:cs typeface="+mn-cs"/>
        </a:defRPr>
      </a:lvl5pPr>
      <a:lvl6pPr marL="2285953" algn="l" defTabSz="914382" rtl="0" eaLnBrk="1" latinLnBrk="0" hangingPunct="1">
        <a:defRPr sz="1800" kern="1200">
          <a:solidFill>
            <a:schemeClr val="tx1"/>
          </a:solidFill>
          <a:latin typeface="+mn-lt"/>
          <a:ea typeface="+mn-ea"/>
          <a:cs typeface="+mn-cs"/>
        </a:defRPr>
      </a:lvl6pPr>
      <a:lvl7pPr marL="2743144" algn="l" defTabSz="914382" rtl="0" eaLnBrk="1" latinLnBrk="0" hangingPunct="1">
        <a:defRPr sz="1800" kern="1200">
          <a:solidFill>
            <a:schemeClr val="tx1"/>
          </a:solidFill>
          <a:latin typeface="+mn-lt"/>
          <a:ea typeface="+mn-ea"/>
          <a:cs typeface="+mn-cs"/>
        </a:defRPr>
      </a:lvl7pPr>
      <a:lvl8pPr marL="3200334" algn="l" defTabSz="914382" rtl="0" eaLnBrk="1" latinLnBrk="0" hangingPunct="1">
        <a:defRPr sz="1800" kern="1200">
          <a:solidFill>
            <a:schemeClr val="tx1"/>
          </a:solidFill>
          <a:latin typeface="+mn-lt"/>
          <a:ea typeface="+mn-ea"/>
          <a:cs typeface="+mn-cs"/>
        </a:defRPr>
      </a:lvl8pPr>
      <a:lvl9pPr marL="3657525" algn="l" defTabSz="91438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65FE42EA-F37D-8DC0-33BA-90381F01978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15B00F7-0A04-9F99-D8EA-FA03FD85B5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2557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2580AB9-6439-7BFF-4AA0-B0E1FBB0F985}"/>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B4F090D3-14EA-2422-5400-7F1247572300}"/>
              </a:ext>
            </a:extLst>
          </p:cNvPr>
          <p:cNvSpPr txBox="1"/>
          <p:nvPr/>
        </p:nvSpPr>
        <p:spPr>
          <a:xfrm>
            <a:off x="3246665" y="107016"/>
            <a:ext cx="5698671" cy="830997"/>
          </a:xfrm>
          <a:prstGeom prst="rect">
            <a:avLst/>
          </a:prstGeom>
          <a:noFill/>
        </p:spPr>
        <p:txBody>
          <a:bodyPr wrap="square" rtlCol="0">
            <a:spAutoFit/>
          </a:bodyPr>
          <a:lstStyle/>
          <a:p>
            <a:pPr algn="ctr"/>
            <a:r>
              <a:rPr lang="en-US" sz="4800" b="1" dirty="0">
                <a:solidFill>
                  <a:schemeClr val="bg1"/>
                </a:solidFill>
                <a:latin typeface="Cambria" panose="02040503050406030204" pitchFamily="18" charset="0"/>
                <a:ea typeface="Cambria" panose="02040503050406030204" pitchFamily="18" charset="0"/>
              </a:rPr>
              <a:t>Problem Statement</a:t>
            </a:r>
          </a:p>
        </p:txBody>
      </p:sp>
      <p:sp>
        <p:nvSpPr>
          <p:cNvPr id="16" name="TextBox 15">
            <a:extLst>
              <a:ext uri="{FF2B5EF4-FFF2-40B4-BE49-F238E27FC236}">
                <a16:creationId xmlns:a16="http://schemas.microsoft.com/office/drawing/2014/main" id="{37780D86-C953-5502-297F-F812679EEE6F}"/>
              </a:ext>
            </a:extLst>
          </p:cNvPr>
          <p:cNvSpPr txBox="1"/>
          <p:nvPr/>
        </p:nvSpPr>
        <p:spPr>
          <a:xfrm>
            <a:off x="838199" y="1266884"/>
            <a:ext cx="10515600" cy="4524315"/>
          </a:xfrm>
          <a:prstGeom prst="rect">
            <a:avLst/>
          </a:prstGeom>
          <a:noFill/>
        </p:spPr>
        <p:txBody>
          <a:bodyPr wrap="square" rtlCol="0">
            <a:spAutoFit/>
          </a:bodyPr>
          <a:lstStyle/>
          <a:p>
            <a:pPr algn="just"/>
            <a:r>
              <a:rPr lang="en-US" sz="3600" dirty="0">
                <a:solidFill>
                  <a:schemeClr val="bg1"/>
                </a:solidFill>
                <a:latin typeface="Cambria" panose="02040503050406030204" pitchFamily="18" charset="0"/>
                <a:ea typeface="Cambria" panose="02040503050406030204" pitchFamily="18" charset="0"/>
              </a:rPr>
              <a:t>The purpose of this project is to analyze customer purchasing behavior, satisfaction, and retention patterns in an e-commerce platform using Python. Through data analysis and visualization, the project aims to identify key business insights related to customer engagement, payment methods, delivery performance, and purchasing trends to support better business decision-making.</a:t>
            </a:r>
          </a:p>
        </p:txBody>
      </p:sp>
    </p:spTree>
    <p:extLst>
      <p:ext uri="{BB962C8B-B14F-4D97-AF65-F5344CB8AC3E}">
        <p14:creationId xmlns:p14="http://schemas.microsoft.com/office/powerpoint/2010/main" val="1545000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D90D8B9E-7D03-6723-F844-E6FBF8BB5377}"/>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91EA64B-189C-9349-245B-F2F866D98F3D}"/>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E2F1A0EE-27FB-1406-11EE-0E83E4015B27}"/>
              </a:ext>
            </a:extLst>
          </p:cNvPr>
          <p:cNvSpPr txBox="1"/>
          <p:nvPr/>
        </p:nvSpPr>
        <p:spPr>
          <a:xfrm>
            <a:off x="283031" y="235804"/>
            <a:ext cx="8381998" cy="523220"/>
          </a:xfrm>
          <a:prstGeom prst="rect">
            <a:avLst/>
          </a:prstGeom>
          <a:noFill/>
        </p:spPr>
        <p:txBody>
          <a:bodyPr wrap="square" rtlCol="0">
            <a:spAutoFit/>
          </a:bodyPr>
          <a:lstStyle/>
          <a:p>
            <a:pPr algn="ctr"/>
            <a:r>
              <a:rPr lang="en-US" sz="2800" b="1" dirty="0">
                <a:solidFill>
                  <a:schemeClr val="bg1"/>
                </a:solidFill>
                <a:latin typeface="Cambria" panose="02040503050406030204" pitchFamily="18" charset="0"/>
                <a:ea typeface="Cambria" panose="02040503050406030204" pitchFamily="18" charset="0"/>
              </a:rPr>
              <a:t>Level-1: Q-1: </a:t>
            </a:r>
            <a:r>
              <a:rPr lang="en-US" sz="2800" b="1" dirty="0">
                <a:solidFill>
                  <a:schemeClr val="bg1"/>
                </a:solidFill>
              </a:rPr>
              <a:t>Find Mean, Median, and Mode (Age)</a:t>
            </a:r>
            <a:endParaRPr lang="en-US" sz="2800" dirty="0">
              <a:solidFill>
                <a:schemeClr val="bg1"/>
              </a:solidFill>
            </a:endParaRPr>
          </a:p>
        </p:txBody>
      </p:sp>
      <p:sp>
        <p:nvSpPr>
          <p:cNvPr id="6" name="TextBox 5">
            <a:extLst>
              <a:ext uri="{FF2B5EF4-FFF2-40B4-BE49-F238E27FC236}">
                <a16:creationId xmlns:a16="http://schemas.microsoft.com/office/drawing/2014/main" id="{3DB443E9-B4E3-C175-83A6-298581B5EBF0}"/>
              </a:ext>
            </a:extLst>
          </p:cNvPr>
          <p:cNvSpPr txBox="1"/>
          <p:nvPr/>
        </p:nvSpPr>
        <p:spPr>
          <a:xfrm>
            <a:off x="8044543" y="1328057"/>
            <a:ext cx="4016828" cy="2339102"/>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average customer age is around 44 years. Most customers fall within the middle-age group, and the most frequent age among customers is 51.</a:t>
            </a:r>
          </a:p>
          <a:p>
            <a:pPr algn="just"/>
            <a:r>
              <a:rPr lang="en-US" dirty="0">
                <a:solidFill>
                  <a:schemeClr val="bg1"/>
                </a:solidFill>
              </a:rPr>
              <a:t>The age distribution appears fairly balanced with moderate concentration around the median age.</a:t>
            </a:r>
          </a:p>
        </p:txBody>
      </p:sp>
      <p:sp>
        <p:nvSpPr>
          <p:cNvPr id="7" name="TextBox 6">
            <a:extLst>
              <a:ext uri="{FF2B5EF4-FFF2-40B4-BE49-F238E27FC236}">
                <a16:creationId xmlns:a16="http://schemas.microsoft.com/office/drawing/2014/main" id="{0CF99B94-366D-9D4C-637C-7E975303EEAF}"/>
              </a:ext>
            </a:extLst>
          </p:cNvPr>
          <p:cNvSpPr txBox="1"/>
          <p:nvPr/>
        </p:nvSpPr>
        <p:spPr>
          <a:xfrm>
            <a:off x="8044543" y="3928414"/>
            <a:ext cx="4016828" cy="2616101"/>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The business should target marketing campaigns toward the dominant customer age group, as they represent the majority of purchasing activity.</a:t>
            </a:r>
          </a:p>
          <a:p>
            <a:pPr algn="just"/>
            <a:r>
              <a:rPr lang="en-US" dirty="0">
                <a:solidFill>
                  <a:schemeClr val="bg1"/>
                </a:solidFill>
              </a:rPr>
              <a:t>Age-based personalization and product recommendations may improve customer engagement and conversion rates.</a:t>
            </a:r>
          </a:p>
        </p:txBody>
      </p:sp>
      <p:pic>
        <p:nvPicPr>
          <p:cNvPr id="10" name="Picture 9">
            <a:extLst>
              <a:ext uri="{FF2B5EF4-FFF2-40B4-BE49-F238E27FC236}">
                <a16:creationId xmlns:a16="http://schemas.microsoft.com/office/drawing/2014/main" id="{A002585D-2634-1EC1-2D73-00168F3C6BCA}"/>
              </a:ext>
            </a:extLst>
          </p:cNvPr>
          <p:cNvPicPr>
            <a:picLocks noChangeAspect="1"/>
          </p:cNvPicPr>
          <p:nvPr/>
        </p:nvPicPr>
        <p:blipFill>
          <a:blip r:embed="rId2"/>
          <a:stretch>
            <a:fillRect/>
          </a:stretch>
        </p:blipFill>
        <p:spPr>
          <a:xfrm>
            <a:off x="130629" y="1190624"/>
            <a:ext cx="7798738" cy="5507887"/>
          </a:xfrm>
          <a:prstGeom prst="rect">
            <a:avLst/>
          </a:prstGeom>
        </p:spPr>
      </p:pic>
    </p:spTree>
    <p:extLst>
      <p:ext uri="{BB962C8B-B14F-4D97-AF65-F5344CB8AC3E}">
        <p14:creationId xmlns:p14="http://schemas.microsoft.com/office/powerpoint/2010/main" val="3736043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041D6081-950B-65B6-6F49-1867E59CFB5E}"/>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A6A10BA9-901F-CCAA-BABA-EE27DAF76B43}"/>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0FF5B1F6-D526-B0F1-7F25-82A8CE9FDFD5}"/>
              </a:ext>
            </a:extLst>
          </p:cNvPr>
          <p:cNvSpPr txBox="1"/>
          <p:nvPr/>
        </p:nvSpPr>
        <p:spPr>
          <a:xfrm>
            <a:off x="97971" y="112694"/>
            <a:ext cx="11963400" cy="954107"/>
          </a:xfrm>
          <a:prstGeom prst="rect">
            <a:avLst/>
          </a:prstGeom>
          <a:noFill/>
        </p:spPr>
        <p:txBody>
          <a:bodyPr wrap="square" rtlCol="0">
            <a:spAutoFit/>
          </a:bodyPr>
          <a:lstStyle/>
          <a:p>
            <a:r>
              <a:rPr lang="en-US" sz="2800" b="1" dirty="0">
                <a:solidFill>
                  <a:schemeClr val="bg1"/>
                </a:solidFill>
                <a:latin typeface="Cambria" panose="02040503050406030204" pitchFamily="18" charset="0"/>
                <a:ea typeface="Cambria" panose="02040503050406030204" pitchFamily="18" charset="0"/>
              </a:rPr>
              <a:t>Level-1: Q-2: Variance, Standard Deviation, and Z-Score (Purchase Amount):</a:t>
            </a:r>
            <a:endParaRPr lang="en-US" sz="2800" dirty="0">
              <a:solidFill>
                <a:schemeClr val="bg1"/>
              </a:solidFill>
            </a:endParaRPr>
          </a:p>
        </p:txBody>
      </p:sp>
      <p:sp>
        <p:nvSpPr>
          <p:cNvPr id="6" name="TextBox 5">
            <a:extLst>
              <a:ext uri="{FF2B5EF4-FFF2-40B4-BE49-F238E27FC236}">
                <a16:creationId xmlns:a16="http://schemas.microsoft.com/office/drawing/2014/main" id="{ACF63E95-B9CB-147E-71A4-342E5BE5AD3D}"/>
              </a:ext>
            </a:extLst>
          </p:cNvPr>
          <p:cNvSpPr txBox="1"/>
          <p:nvPr/>
        </p:nvSpPr>
        <p:spPr>
          <a:xfrm>
            <a:off x="7957457" y="1181812"/>
            <a:ext cx="4016828" cy="2893100"/>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standard deviation indicates how much customer purchase amounts vary from the average purchase value. A higher variance suggests that customer spending behavior differs significantly across transactions. The z-score helps identify unusual purchase behaviors and potential outliers among customers.</a:t>
            </a:r>
          </a:p>
        </p:txBody>
      </p:sp>
      <p:sp>
        <p:nvSpPr>
          <p:cNvPr id="7" name="TextBox 6">
            <a:extLst>
              <a:ext uri="{FF2B5EF4-FFF2-40B4-BE49-F238E27FC236}">
                <a16:creationId xmlns:a16="http://schemas.microsoft.com/office/drawing/2014/main" id="{479E8525-61FE-C8D6-4C9A-243BE881B951}"/>
              </a:ext>
            </a:extLst>
          </p:cNvPr>
          <p:cNvSpPr txBox="1"/>
          <p:nvPr/>
        </p:nvSpPr>
        <p:spPr>
          <a:xfrm>
            <a:off x="7957457" y="4074912"/>
            <a:ext cx="4016828" cy="2616101"/>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Customers show varying spending patterns, indicating the presence of both low-value and high-value buyers. The business can segment customers based on spending behavior and design personalized marketing campaigns for high-spending customers.</a:t>
            </a:r>
          </a:p>
        </p:txBody>
      </p:sp>
      <p:pic>
        <p:nvPicPr>
          <p:cNvPr id="8" name="Picture 7">
            <a:extLst>
              <a:ext uri="{FF2B5EF4-FFF2-40B4-BE49-F238E27FC236}">
                <a16:creationId xmlns:a16="http://schemas.microsoft.com/office/drawing/2014/main" id="{D9C359CC-9EE7-119B-DDF4-E38F46972C90}"/>
              </a:ext>
            </a:extLst>
          </p:cNvPr>
          <p:cNvPicPr>
            <a:picLocks noChangeAspect="1"/>
          </p:cNvPicPr>
          <p:nvPr/>
        </p:nvPicPr>
        <p:blipFill>
          <a:blip r:embed="rId3"/>
          <a:stretch>
            <a:fillRect/>
          </a:stretch>
        </p:blipFill>
        <p:spPr>
          <a:xfrm>
            <a:off x="80249" y="1203077"/>
            <a:ext cx="7877207" cy="5487936"/>
          </a:xfrm>
          <a:prstGeom prst="rect">
            <a:avLst/>
          </a:prstGeom>
        </p:spPr>
      </p:pic>
    </p:spTree>
    <p:extLst>
      <p:ext uri="{BB962C8B-B14F-4D97-AF65-F5344CB8AC3E}">
        <p14:creationId xmlns:p14="http://schemas.microsoft.com/office/powerpoint/2010/main" val="465984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2BBD5A40-0DE0-1187-260A-119D3B1EA562}"/>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20AD37FA-B774-4E22-58F3-B2C5C8D32290}"/>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247CDCA5-EB85-49E3-26EE-8DEF15E08FA6}"/>
              </a:ext>
            </a:extLst>
          </p:cNvPr>
          <p:cNvSpPr txBox="1"/>
          <p:nvPr/>
        </p:nvSpPr>
        <p:spPr>
          <a:xfrm>
            <a:off x="97971" y="112694"/>
            <a:ext cx="11963400" cy="954107"/>
          </a:xfrm>
          <a:prstGeom prst="rect">
            <a:avLst/>
          </a:prstGeom>
          <a:noFill/>
        </p:spPr>
        <p:txBody>
          <a:bodyPr wrap="square" rtlCol="0">
            <a:spAutoFit/>
          </a:bodyPr>
          <a:lstStyle/>
          <a:p>
            <a:r>
              <a:rPr lang="en-US" sz="2800" b="1" dirty="0">
                <a:solidFill>
                  <a:schemeClr val="bg1"/>
                </a:solidFill>
                <a:latin typeface="Cambria" panose="02040503050406030204" pitchFamily="18" charset="0"/>
                <a:ea typeface="Cambria" panose="02040503050406030204" pitchFamily="18" charset="0"/>
              </a:rPr>
              <a:t>Level-1: Q-3: What are the top three product categories based on the number of purchases?</a:t>
            </a:r>
            <a:endParaRPr lang="en-US" sz="2800" dirty="0">
              <a:solidFill>
                <a:schemeClr val="bg1"/>
              </a:solidFill>
            </a:endParaRPr>
          </a:p>
        </p:txBody>
      </p:sp>
      <p:sp>
        <p:nvSpPr>
          <p:cNvPr id="6" name="TextBox 5">
            <a:extLst>
              <a:ext uri="{FF2B5EF4-FFF2-40B4-BE49-F238E27FC236}">
                <a16:creationId xmlns:a16="http://schemas.microsoft.com/office/drawing/2014/main" id="{1D933E7A-82DC-EB44-47AE-135EE2C48D4E}"/>
              </a:ext>
            </a:extLst>
          </p:cNvPr>
          <p:cNvSpPr txBox="1"/>
          <p:nvPr/>
        </p:nvSpPr>
        <p:spPr>
          <a:xfrm>
            <a:off x="7957457" y="1181812"/>
            <a:ext cx="4016828" cy="2339102"/>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shows that the top product categories generate the highest number of purchases among customers. These categories dominate customer demand and contribute significantly to overall transaction volume.</a:t>
            </a:r>
          </a:p>
        </p:txBody>
      </p:sp>
      <p:sp>
        <p:nvSpPr>
          <p:cNvPr id="7" name="TextBox 6">
            <a:extLst>
              <a:ext uri="{FF2B5EF4-FFF2-40B4-BE49-F238E27FC236}">
                <a16:creationId xmlns:a16="http://schemas.microsoft.com/office/drawing/2014/main" id="{8F8C0E65-506F-E68B-34E9-8EC86B6196E7}"/>
              </a:ext>
            </a:extLst>
          </p:cNvPr>
          <p:cNvSpPr txBox="1"/>
          <p:nvPr/>
        </p:nvSpPr>
        <p:spPr>
          <a:xfrm>
            <a:off x="7957457" y="4074912"/>
            <a:ext cx="4016828" cy="2616101"/>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The company should prioritize inventory management and promotional campaigns for the highest-performing product categories. Focusing on customer-preferred categories can improve sales performance and customer satisfaction.</a:t>
            </a:r>
          </a:p>
        </p:txBody>
      </p:sp>
      <p:pic>
        <p:nvPicPr>
          <p:cNvPr id="8" name="Picture 7">
            <a:extLst>
              <a:ext uri="{FF2B5EF4-FFF2-40B4-BE49-F238E27FC236}">
                <a16:creationId xmlns:a16="http://schemas.microsoft.com/office/drawing/2014/main" id="{5BF01F17-B2C6-B933-5328-134BAD4B25DB}"/>
              </a:ext>
            </a:extLst>
          </p:cNvPr>
          <p:cNvPicPr>
            <a:picLocks noChangeAspect="1"/>
          </p:cNvPicPr>
          <p:nvPr/>
        </p:nvPicPr>
        <p:blipFill>
          <a:blip r:embed="rId2"/>
          <a:stretch>
            <a:fillRect/>
          </a:stretch>
        </p:blipFill>
        <p:spPr>
          <a:xfrm>
            <a:off x="97971" y="1190625"/>
            <a:ext cx="7770122" cy="5500388"/>
          </a:xfrm>
          <a:prstGeom prst="rect">
            <a:avLst/>
          </a:prstGeom>
        </p:spPr>
      </p:pic>
    </p:spTree>
    <p:extLst>
      <p:ext uri="{BB962C8B-B14F-4D97-AF65-F5344CB8AC3E}">
        <p14:creationId xmlns:p14="http://schemas.microsoft.com/office/powerpoint/2010/main" val="1450919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01A7757A-4DBF-96E1-20E4-D0B01DD16733}"/>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D535CBE-7741-4C43-C8D0-E8FD1D4EC254}"/>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D7D5BE71-237B-20A4-C35A-BDD7E32F979B}"/>
              </a:ext>
            </a:extLst>
          </p:cNvPr>
          <p:cNvSpPr txBox="1"/>
          <p:nvPr/>
        </p:nvSpPr>
        <p:spPr>
          <a:xfrm>
            <a:off x="97971" y="220060"/>
            <a:ext cx="11963400" cy="523220"/>
          </a:xfrm>
          <a:prstGeom prst="rect">
            <a:avLst/>
          </a:prstGeom>
          <a:noFill/>
        </p:spPr>
        <p:txBody>
          <a:bodyPr wrap="square" rtlCol="0">
            <a:spAutoFit/>
          </a:bodyPr>
          <a:lstStyle/>
          <a:p>
            <a:r>
              <a:rPr lang="en-US" sz="2800" b="1" dirty="0">
                <a:solidFill>
                  <a:schemeClr val="bg1"/>
                </a:solidFill>
                <a:latin typeface="Cambria" panose="02040503050406030204" pitchFamily="18" charset="0"/>
                <a:ea typeface="Cambria" panose="02040503050406030204" pitchFamily="18" charset="0"/>
              </a:rPr>
              <a:t>Level-1: Q-4: How many customers are classified as return customers?</a:t>
            </a:r>
            <a:endParaRPr lang="en-US" sz="2800" dirty="0">
              <a:solidFill>
                <a:schemeClr val="bg1"/>
              </a:solidFill>
            </a:endParaRPr>
          </a:p>
        </p:txBody>
      </p:sp>
      <p:sp>
        <p:nvSpPr>
          <p:cNvPr id="6" name="TextBox 5">
            <a:extLst>
              <a:ext uri="{FF2B5EF4-FFF2-40B4-BE49-F238E27FC236}">
                <a16:creationId xmlns:a16="http://schemas.microsoft.com/office/drawing/2014/main" id="{8C45D5B7-1C07-A070-48B2-2A909A0A97DA}"/>
              </a:ext>
            </a:extLst>
          </p:cNvPr>
          <p:cNvSpPr txBox="1"/>
          <p:nvPr/>
        </p:nvSpPr>
        <p:spPr>
          <a:xfrm>
            <a:off x="7957457" y="1181812"/>
            <a:ext cx="4016828" cy="2062103"/>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shows the number of customers who made repeat purchases from the platform. </a:t>
            </a:r>
          </a:p>
          <a:p>
            <a:pPr algn="just"/>
            <a:r>
              <a:rPr lang="en-US" dirty="0">
                <a:solidFill>
                  <a:schemeClr val="bg1"/>
                </a:solidFill>
              </a:rPr>
              <a:t>A higher number of return customers indicates strong customer retention and repeat purchasing behavior.</a:t>
            </a:r>
          </a:p>
        </p:txBody>
      </p:sp>
      <p:sp>
        <p:nvSpPr>
          <p:cNvPr id="7" name="TextBox 6">
            <a:extLst>
              <a:ext uri="{FF2B5EF4-FFF2-40B4-BE49-F238E27FC236}">
                <a16:creationId xmlns:a16="http://schemas.microsoft.com/office/drawing/2014/main" id="{DEBFE7FE-0044-6BFE-0B7F-161CFD141C27}"/>
              </a:ext>
            </a:extLst>
          </p:cNvPr>
          <p:cNvSpPr txBox="1"/>
          <p:nvPr/>
        </p:nvSpPr>
        <p:spPr>
          <a:xfrm>
            <a:off x="7957457" y="4074912"/>
            <a:ext cx="4016828" cy="2339102"/>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The business should focus on maintaining customer loyalty through personalized offers, loyalty programs, and improved customer experience.</a:t>
            </a:r>
          </a:p>
          <a:p>
            <a:pPr algn="just"/>
            <a:r>
              <a:rPr lang="en-US" dirty="0">
                <a:solidFill>
                  <a:schemeClr val="bg1"/>
                </a:solidFill>
              </a:rPr>
              <a:t>Increasing return customers can significantly improve long-term revenue and profitability.</a:t>
            </a:r>
          </a:p>
        </p:txBody>
      </p:sp>
      <p:pic>
        <p:nvPicPr>
          <p:cNvPr id="8" name="Picture 7">
            <a:extLst>
              <a:ext uri="{FF2B5EF4-FFF2-40B4-BE49-F238E27FC236}">
                <a16:creationId xmlns:a16="http://schemas.microsoft.com/office/drawing/2014/main" id="{1A714A9F-9731-812C-5A35-DF83EFA448D5}"/>
              </a:ext>
            </a:extLst>
          </p:cNvPr>
          <p:cNvPicPr>
            <a:picLocks noChangeAspect="1"/>
          </p:cNvPicPr>
          <p:nvPr/>
        </p:nvPicPr>
        <p:blipFill>
          <a:blip r:embed="rId2"/>
          <a:stretch>
            <a:fillRect/>
          </a:stretch>
        </p:blipFill>
        <p:spPr>
          <a:xfrm>
            <a:off x="217715" y="1265274"/>
            <a:ext cx="7490890" cy="5372665"/>
          </a:xfrm>
          <a:prstGeom prst="rect">
            <a:avLst/>
          </a:prstGeom>
        </p:spPr>
      </p:pic>
    </p:spTree>
    <p:extLst>
      <p:ext uri="{BB962C8B-B14F-4D97-AF65-F5344CB8AC3E}">
        <p14:creationId xmlns:p14="http://schemas.microsoft.com/office/powerpoint/2010/main" val="451615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F4D2D29C-68C8-A2D5-74DE-B6C484058726}"/>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09AAF74-E0AF-A0F8-48A8-E3AE9F48781F}"/>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B7B66FD9-E440-F225-CF8C-8B749B49E370}"/>
              </a:ext>
            </a:extLst>
          </p:cNvPr>
          <p:cNvSpPr txBox="1"/>
          <p:nvPr/>
        </p:nvSpPr>
        <p:spPr>
          <a:xfrm>
            <a:off x="97971" y="220060"/>
            <a:ext cx="11963400" cy="523220"/>
          </a:xfrm>
          <a:prstGeom prst="rect">
            <a:avLst/>
          </a:prstGeom>
          <a:noFill/>
        </p:spPr>
        <p:txBody>
          <a:bodyPr wrap="square" rtlCol="0">
            <a:spAutoFit/>
          </a:bodyPr>
          <a:lstStyle/>
          <a:p>
            <a:r>
              <a:rPr lang="en-US" sz="2800" b="1" dirty="0">
                <a:solidFill>
                  <a:schemeClr val="bg1"/>
                </a:solidFill>
                <a:latin typeface="Cambria" panose="02040503050406030204" pitchFamily="18" charset="0"/>
                <a:ea typeface="Cambria" panose="02040503050406030204" pitchFamily="18" charset="0"/>
              </a:rPr>
              <a:t>Level-1: Q-5: What is the average review score given by customers?</a:t>
            </a:r>
            <a:endParaRPr lang="en-US" sz="2800" dirty="0">
              <a:solidFill>
                <a:schemeClr val="bg1"/>
              </a:solidFill>
            </a:endParaRPr>
          </a:p>
        </p:txBody>
      </p:sp>
      <p:sp>
        <p:nvSpPr>
          <p:cNvPr id="6" name="TextBox 5">
            <a:extLst>
              <a:ext uri="{FF2B5EF4-FFF2-40B4-BE49-F238E27FC236}">
                <a16:creationId xmlns:a16="http://schemas.microsoft.com/office/drawing/2014/main" id="{94B1936E-95D2-9D55-E59D-958DAB17ED4A}"/>
              </a:ext>
            </a:extLst>
          </p:cNvPr>
          <p:cNvSpPr txBox="1"/>
          <p:nvPr/>
        </p:nvSpPr>
        <p:spPr>
          <a:xfrm>
            <a:off x="7957457" y="1181812"/>
            <a:ext cx="4016828" cy="2062103"/>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average review score indicates the overall customer satisfaction level with the products and services. Most customers provided moderate to high ratings, suggesting generally positive customer experiences.</a:t>
            </a:r>
          </a:p>
        </p:txBody>
      </p:sp>
      <p:sp>
        <p:nvSpPr>
          <p:cNvPr id="7" name="TextBox 6">
            <a:extLst>
              <a:ext uri="{FF2B5EF4-FFF2-40B4-BE49-F238E27FC236}">
                <a16:creationId xmlns:a16="http://schemas.microsoft.com/office/drawing/2014/main" id="{CBE76680-299A-A174-8F96-677716784454}"/>
              </a:ext>
            </a:extLst>
          </p:cNvPr>
          <p:cNvSpPr txBox="1"/>
          <p:nvPr/>
        </p:nvSpPr>
        <p:spPr>
          <a:xfrm>
            <a:off x="7957457" y="4074912"/>
            <a:ext cx="4016828" cy="2062103"/>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Maintaining high review scores is important for customer retention and brand reputation. The business should continue improving product quality, delivery service, and customer support to increase satisfaction levels further.</a:t>
            </a:r>
          </a:p>
        </p:txBody>
      </p:sp>
      <p:pic>
        <p:nvPicPr>
          <p:cNvPr id="8" name="Picture 7">
            <a:extLst>
              <a:ext uri="{FF2B5EF4-FFF2-40B4-BE49-F238E27FC236}">
                <a16:creationId xmlns:a16="http://schemas.microsoft.com/office/drawing/2014/main" id="{C5377F58-BF71-C69C-149E-77CB9D0EF75B}"/>
              </a:ext>
            </a:extLst>
          </p:cNvPr>
          <p:cNvPicPr>
            <a:picLocks noChangeAspect="1"/>
          </p:cNvPicPr>
          <p:nvPr/>
        </p:nvPicPr>
        <p:blipFill>
          <a:blip r:embed="rId2"/>
          <a:stretch>
            <a:fillRect/>
          </a:stretch>
        </p:blipFill>
        <p:spPr>
          <a:xfrm>
            <a:off x="97971" y="1181811"/>
            <a:ext cx="7748856" cy="5456123"/>
          </a:xfrm>
          <a:prstGeom prst="rect">
            <a:avLst/>
          </a:prstGeom>
        </p:spPr>
      </p:pic>
    </p:spTree>
    <p:extLst>
      <p:ext uri="{BB962C8B-B14F-4D97-AF65-F5344CB8AC3E}">
        <p14:creationId xmlns:p14="http://schemas.microsoft.com/office/powerpoint/2010/main" val="3007880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66C09500-3AE0-4201-1346-E2867D56BF3E}"/>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E6BEAC1-CEBB-2422-0527-788DFDAC8E87}"/>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84AAF45F-FA8A-905F-D854-5424627570BE}"/>
              </a:ext>
            </a:extLst>
          </p:cNvPr>
          <p:cNvSpPr txBox="1"/>
          <p:nvPr/>
        </p:nvSpPr>
        <p:spPr>
          <a:xfrm>
            <a:off x="97971" y="51140"/>
            <a:ext cx="11963400" cy="954107"/>
          </a:xfrm>
          <a:prstGeom prst="rect">
            <a:avLst/>
          </a:prstGeom>
          <a:noFill/>
        </p:spPr>
        <p:txBody>
          <a:bodyPr wrap="square" rtlCol="0">
            <a:spAutoFit/>
          </a:bodyPr>
          <a:lstStyle/>
          <a:p>
            <a:r>
              <a:rPr lang="en-US" sz="2800" b="1" dirty="0">
                <a:solidFill>
                  <a:schemeClr val="bg1"/>
                </a:solidFill>
                <a:latin typeface="Cambria" panose="02040503050406030204" pitchFamily="18" charset="0"/>
                <a:ea typeface="Cambria" panose="02040503050406030204" pitchFamily="18" charset="0"/>
              </a:rPr>
              <a:t>Level-1: Q-6: How does the average delivery time vary between subscription statuses (Free, Premium)?</a:t>
            </a:r>
            <a:endParaRPr lang="en-US" sz="2800" dirty="0">
              <a:solidFill>
                <a:schemeClr val="bg1"/>
              </a:solidFill>
            </a:endParaRPr>
          </a:p>
        </p:txBody>
      </p:sp>
      <p:sp>
        <p:nvSpPr>
          <p:cNvPr id="6" name="TextBox 5">
            <a:extLst>
              <a:ext uri="{FF2B5EF4-FFF2-40B4-BE49-F238E27FC236}">
                <a16:creationId xmlns:a16="http://schemas.microsoft.com/office/drawing/2014/main" id="{D21B5B36-0CF4-73CE-881B-DEABC6CA446B}"/>
              </a:ext>
            </a:extLst>
          </p:cNvPr>
          <p:cNvSpPr txBox="1"/>
          <p:nvPr/>
        </p:nvSpPr>
        <p:spPr>
          <a:xfrm>
            <a:off x="7957457" y="1181812"/>
            <a:ext cx="4016828" cy="2339102"/>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shows differences in delivery performance across subscription types. Premium customers generally experience faster delivery times compared to free users, indicating prioritized service for higher-tier subscribers.</a:t>
            </a:r>
          </a:p>
        </p:txBody>
      </p:sp>
      <p:sp>
        <p:nvSpPr>
          <p:cNvPr id="7" name="TextBox 6">
            <a:extLst>
              <a:ext uri="{FF2B5EF4-FFF2-40B4-BE49-F238E27FC236}">
                <a16:creationId xmlns:a16="http://schemas.microsoft.com/office/drawing/2014/main" id="{7B686477-9828-C550-144D-58E0745D259C}"/>
              </a:ext>
            </a:extLst>
          </p:cNvPr>
          <p:cNvSpPr txBox="1"/>
          <p:nvPr/>
        </p:nvSpPr>
        <p:spPr>
          <a:xfrm>
            <a:off x="7957457" y="4074912"/>
            <a:ext cx="4016828" cy="2062103"/>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Faster delivery for premium users can increase customer satisfaction and encourage subscription upgrades.</a:t>
            </a:r>
          </a:p>
          <a:p>
            <a:pPr algn="just"/>
            <a:r>
              <a:rPr lang="en-US" dirty="0">
                <a:solidFill>
                  <a:schemeClr val="bg1"/>
                </a:solidFill>
              </a:rPr>
              <a:t>The company can use delivery speed as a key marketing advantage for premium membership plans.</a:t>
            </a:r>
          </a:p>
        </p:txBody>
      </p:sp>
      <p:pic>
        <p:nvPicPr>
          <p:cNvPr id="8" name="Picture 7">
            <a:extLst>
              <a:ext uri="{FF2B5EF4-FFF2-40B4-BE49-F238E27FC236}">
                <a16:creationId xmlns:a16="http://schemas.microsoft.com/office/drawing/2014/main" id="{C1A39D3C-40DC-0DE7-016B-FB7BDDF18675}"/>
              </a:ext>
            </a:extLst>
          </p:cNvPr>
          <p:cNvPicPr>
            <a:picLocks noChangeAspect="1"/>
          </p:cNvPicPr>
          <p:nvPr/>
        </p:nvPicPr>
        <p:blipFill>
          <a:blip r:embed="rId2"/>
          <a:stretch>
            <a:fillRect/>
          </a:stretch>
        </p:blipFill>
        <p:spPr>
          <a:xfrm>
            <a:off x="161769" y="1222524"/>
            <a:ext cx="7716959" cy="5433460"/>
          </a:xfrm>
          <a:prstGeom prst="rect">
            <a:avLst/>
          </a:prstGeom>
        </p:spPr>
      </p:pic>
    </p:spTree>
    <p:extLst>
      <p:ext uri="{BB962C8B-B14F-4D97-AF65-F5344CB8AC3E}">
        <p14:creationId xmlns:p14="http://schemas.microsoft.com/office/powerpoint/2010/main" val="3038952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DAA3CA7F-EBE2-4D25-0D45-041AC248433D}"/>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6F28710-A74B-475C-6556-8E72EAA7A716}"/>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821275EE-82E9-5903-A5D8-D46D5EB44AC0}"/>
              </a:ext>
            </a:extLst>
          </p:cNvPr>
          <p:cNvSpPr txBox="1"/>
          <p:nvPr/>
        </p:nvSpPr>
        <p:spPr>
          <a:xfrm>
            <a:off x="161769" y="251193"/>
            <a:ext cx="11963400" cy="523220"/>
          </a:xfrm>
          <a:prstGeom prst="rect">
            <a:avLst/>
          </a:prstGeom>
          <a:noFill/>
        </p:spPr>
        <p:txBody>
          <a:bodyPr wrap="square" rtlCol="0">
            <a:spAutoFit/>
          </a:bodyPr>
          <a:lstStyle/>
          <a:p>
            <a:r>
              <a:rPr lang="en-US" sz="2800" b="1" dirty="0">
                <a:solidFill>
                  <a:schemeClr val="bg1"/>
                </a:solidFill>
                <a:latin typeface="Cambria" panose="02040503050406030204" pitchFamily="18" charset="0"/>
                <a:ea typeface="Cambria" panose="02040503050406030204" pitchFamily="18" charset="0"/>
              </a:rPr>
              <a:t>Level-1: Q-7: How many customers are subscribed to the service?</a:t>
            </a:r>
            <a:endParaRPr lang="en-US" sz="2800" dirty="0">
              <a:solidFill>
                <a:schemeClr val="bg1"/>
              </a:solidFill>
            </a:endParaRPr>
          </a:p>
        </p:txBody>
      </p:sp>
      <p:sp>
        <p:nvSpPr>
          <p:cNvPr id="6" name="TextBox 5">
            <a:extLst>
              <a:ext uri="{FF2B5EF4-FFF2-40B4-BE49-F238E27FC236}">
                <a16:creationId xmlns:a16="http://schemas.microsoft.com/office/drawing/2014/main" id="{9368A4F5-185E-38AA-AC4D-1C7AEB6437B0}"/>
              </a:ext>
            </a:extLst>
          </p:cNvPr>
          <p:cNvSpPr txBox="1"/>
          <p:nvPr/>
        </p:nvSpPr>
        <p:spPr>
          <a:xfrm>
            <a:off x="7957457" y="1181812"/>
            <a:ext cx="4016828" cy="2616101"/>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shows the distribution of customers across different subscription plans.</a:t>
            </a:r>
          </a:p>
          <a:p>
            <a:pPr algn="just"/>
            <a:r>
              <a:rPr lang="en-US" dirty="0">
                <a:solidFill>
                  <a:schemeClr val="bg1"/>
                </a:solidFill>
              </a:rPr>
              <a:t>Free users represent a significant portion of the customer base, while premium and trial users contribute to the platform’s active subscriber segment.</a:t>
            </a:r>
          </a:p>
        </p:txBody>
      </p:sp>
      <p:sp>
        <p:nvSpPr>
          <p:cNvPr id="7" name="TextBox 6">
            <a:extLst>
              <a:ext uri="{FF2B5EF4-FFF2-40B4-BE49-F238E27FC236}">
                <a16:creationId xmlns:a16="http://schemas.microsoft.com/office/drawing/2014/main" id="{FD94D052-9164-95B1-8F70-60E1336A837D}"/>
              </a:ext>
            </a:extLst>
          </p:cNvPr>
          <p:cNvSpPr txBox="1"/>
          <p:nvPr/>
        </p:nvSpPr>
        <p:spPr>
          <a:xfrm>
            <a:off x="7957457" y="4074912"/>
            <a:ext cx="4016828" cy="2616101"/>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The company should focus on converting free users into premium subscribers through targeted promotions, exclusive benefits, and improved customer experience.</a:t>
            </a:r>
          </a:p>
          <a:p>
            <a:pPr algn="just"/>
            <a:r>
              <a:rPr lang="en-US" dirty="0">
                <a:solidFill>
                  <a:schemeClr val="bg1"/>
                </a:solidFill>
              </a:rPr>
              <a:t>Increasing premium subscriptions can improve recurring revenue and long-term customer retention.</a:t>
            </a:r>
          </a:p>
        </p:txBody>
      </p:sp>
      <p:pic>
        <p:nvPicPr>
          <p:cNvPr id="3" name="Picture 2">
            <a:extLst>
              <a:ext uri="{FF2B5EF4-FFF2-40B4-BE49-F238E27FC236}">
                <a16:creationId xmlns:a16="http://schemas.microsoft.com/office/drawing/2014/main" id="{94F5CF65-394B-2FC5-74CC-E33DB77C8A3E}"/>
              </a:ext>
            </a:extLst>
          </p:cNvPr>
          <p:cNvPicPr>
            <a:picLocks noChangeAspect="1"/>
          </p:cNvPicPr>
          <p:nvPr/>
        </p:nvPicPr>
        <p:blipFill>
          <a:blip r:embed="rId2"/>
          <a:stretch>
            <a:fillRect/>
          </a:stretch>
        </p:blipFill>
        <p:spPr>
          <a:xfrm>
            <a:off x="161769" y="1190624"/>
            <a:ext cx="7557468" cy="5416179"/>
          </a:xfrm>
          <a:prstGeom prst="rect">
            <a:avLst/>
          </a:prstGeom>
        </p:spPr>
      </p:pic>
    </p:spTree>
    <p:extLst>
      <p:ext uri="{BB962C8B-B14F-4D97-AF65-F5344CB8AC3E}">
        <p14:creationId xmlns:p14="http://schemas.microsoft.com/office/powerpoint/2010/main" val="3358803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CCDB2002-6020-8206-DD13-B7B02046A94E}"/>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20ED17E1-BC5C-49A5-FC1F-82A84607EDCC}"/>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32DCE685-EC29-3817-6753-9B71C70E52A1}"/>
              </a:ext>
            </a:extLst>
          </p:cNvPr>
          <p:cNvSpPr txBox="1"/>
          <p:nvPr/>
        </p:nvSpPr>
        <p:spPr>
          <a:xfrm>
            <a:off x="97971" y="-2316"/>
            <a:ext cx="11963400" cy="954107"/>
          </a:xfrm>
          <a:prstGeom prst="rect">
            <a:avLst/>
          </a:prstGeom>
          <a:noFill/>
        </p:spPr>
        <p:txBody>
          <a:bodyPr wrap="square" rtlCol="0">
            <a:spAutoFit/>
          </a:bodyPr>
          <a:lstStyle/>
          <a:p>
            <a:r>
              <a:rPr lang="en-US" sz="2800" b="1" dirty="0">
                <a:solidFill>
                  <a:schemeClr val="bg1"/>
                </a:solidFill>
                <a:latin typeface="Cambria" panose="02040503050406030204" pitchFamily="18" charset="0"/>
                <a:ea typeface="Cambria" panose="02040503050406030204" pitchFamily="18" charset="0"/>
              </a:rPr>
              <a:t>Level-1: Q-8: What is the average purchase amount for customers who availed discounts compared to those who </a:t>
            </a:r>
            <a:r>
              <a:rPr lang="en-US" sz="2800" b="1" dirty="0" err="1">
                <a:solidFill>
                  <a:schemeClr val="bg1"/>
                </a:solidFill>
                <a:latin typeface="Cambria" panose="02040503050406030204" pitchFamily="18" charset="0"/>
                <a:ea typeface="Cambria" panose="02040503050406030204" pitchFamily="18" charset="0"/>
              </a:rPr>
              <a:t>didnʼt</a:t>
            </a:r>
            <a:r>
              <a:rPr lang="en-US" sz="2800" b="1" dirty="0">
                <a:solidFill>
                  <a:schemeClr val="bg1"/>
                </a:solidFill>
                <a:latin typeface="Cambria" panose="02040503050406030204" pitchFamily="18" charset="0"/>
                <a:ea typeface="Cambria" panose="02040503050406030204" pitchFamily="18" charset="0"/>
              </a:rPr>
              <a:t>?</a:t>
            </a:r>
            <a:endParaRPr lang="en-US" sz="2800" dirty="0">
              <a:solidFill>
                <a:schemeClr val="bg1"/>
              </a:solidFill>
            </a:endParaRPr>
          </a:p>
        </p:txBody>
      </p:sp>
      <p:sp>
        <p:nvSpPr>
          <p:cNvPr id="6" name="TextBox 5">
            <a:extLst>
              <a:ext uri="{FF2B5EF4-FFF2-40B4-BE49-F238E27FC236}">
                <a16:creationId xmlns:a16="http://schemas.microsoft.com/office/drawing/2014/main" id="{741F7E01-EB72-0F46-785A-FD47C4F27319}"/>
              </a:ext>
            </a:extLst>
          </p:cNvPr>
          <p:cNvSpPr txBox="1"/>
          <p:nvPr/>
        </p:nvSpPr>
        <p:spPr>
          <a:xfrm>
            <a:off x="7145079" y="1181812"/>
            <a:ext cx="4829206" cy="2062103"/>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shows that customers primarily use certain devices more frequently for online purchases.</a:t>
            </a:r>
          </a:p>
          <a:p>
            <a:pPr algn="just"/>
            <a:r>
              <a:rPr lang="en-US" dirty="0">
                <a:solidFill>
                  <a:schemeClr val="bg1"/>
                </a:solidFill>
              </a:rPr>
              <a:t>Mobile devices contribute the highest percentage of transactions, indicating strong mobile shopping behavior among customers.</a:t>
            </a:r>
          </a:p>
        </p:txBody>
      </p:sp>
      <p:sp>
        <p:nvSpPr>
          <p:cNvPr id="7" name="TextBox 6">
            <a:extLst>
              <a:ext uri="{FF2B5EF4-FFF2-40B4-BE49-F238E27FC236}">
                <a16:creationId xmlns:a16="http://schemas.microsoft.com/office/drawing/2014/main" id="{925B894B-E833-7DAA-DD2C-47F5FB64C646}"/>
              </a:ext>
            </a:extLst>
          </p:cNvPr>
          <p:cNvSpPr txBox="1"/>
          <p:nvPr/>
        </p:nvSpPr>
        <p:spPr>
          <a:xfrm>
            <a:off x="7145079" y="3635924"/>
            <a:ext cx="4829206" cy="2616101"/>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The company should optimize the shopping experience for the most-used device platform to improve customer engagement and conversion rates.</a:t>
            </a:r>
          </a:p>
          <a:p>
            <a:pPr algn="just"/>
            <a:r>
              <a:rPr lang="en-US" dirty="0">
                <a:solidFill>
                  <a:schemeClr val="bg1"/>
                </a:solidFill>
              </a:rPr>
              <a:t>Mobile-friendly design, faster loading speed, and responsive interfaces can significantly enhance customer satisfaction and sales performance.</a:t>
            </a:r>
          </a:p>
        </p:txBody>
      </p:sp>
      <p:pic>
        <p:nvPicPr>
          <p:cNvPr id="11" name="Picture 10">
            <a:extLst>
              <a:ext uri="{FF2B5EF4-FFF2-40B4-BE49-F238E27FC236}">
                <a16:creationId xmlns:a16="http://schemas.microsoft.com/office/drawing/2014/main" id="{DCEB65E5-8635-FF0A-27EA-AC8E8FD634A3}"/>
              </a:ext>
            </a:extLst>
          </p:cNvPr>
          <p:cNvPicPr>
            <a:picLocks noChangeAspect="1"/>
          </p:cNvPicPr>
          <p:nvPr/>
        </p:nvPicPr>
        <p:blipFill>
          <a:blip r:embed="rId2"/>
          <a:stretch>
            <a:fillRect/>
          </a:stretch>
        </p:blipFill>
        <p:spPr>
          <a:xfrm>
            <a:off x="533906" y="1181812"/>
            <a:ext cx="5739303" cy="5534025"/>
          </a:xfrm>
          <a:prstGeom prst="rect">
            <a:avLst/>
          </a:prstGeom>
        </p:spPr>
      </p:pic>
    </p:spTree>
    <p:extLst>
      <p:ext uri="{BB962C8B-B14F-4D97-AF65-F5344CB8AC3E}">
        <p14:creationId xmlns:p14="http://schemas.microsoft.com/office/powerpoint/2010/main" val="4175657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961AA7BD-3E09-C1BB-87C4-AB728D97257E}"/>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04A8701-7E91-A33D-464D-2958749B5719}"/>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A4730008-E13D-81C9-7EC9-1F1D3CB5BE13}"/>
              </a:ext>
            </a:extLst>
          </p:cNvPr>
          <p:cNvSpPr txBox="1"/>
          <p:nvPr/>
        </p:nvSpPr>
        <p:spPr>
          <a:xfrm>
            <a:off x="97971" y="112694"/>
            <a:ext cx="11963400" cy="954107"/>
          </a:xfrm>
          <a:prstGeom prst="rect">
            <a:avLst/>
          </a:prstGeom>
          <a:noFill/>
        </p:spPr>
        <p:txBody>
          <a:bodyPr wrap="square" rtlCol="0">
            <a:spAutoFit/>
          </a:bodyPr>
          <a:lstStyle/>
          <a:p>
            <a:r>
              <a:rPr lang="en-US" sz="2800" b="1" dirty="0">
                <a:solidFill>
                  <a:schemeClr val="bg1"/>
                </a:solidFill>
                <a:latin typeface="Cambria" panose="02040503050406030204" pitchFamily="18" charset="0"/>
                <a:ea typeface="Cambria" panose="02040503050406030204" pitchFamily="18" charset="0"/>
              </a:rPr>
              <a:t>Level-1: Q-9: What is the average purchase amount for customers who availed discounts compared to those who </a:t>
            </a:r>
            <a:r>
              <a:rPr lang="en-US" sz="2800" b="1" dirty="0" err="1">
                <a:solidFill>
                  <a:schemeClr val="bg1"/>
                </a:solidFill>
                <a:latin typeface="Cambria" panose="02040503050406030204" pitchFamily="18" charset="0"/>
                <a:ea typeface="Cambria" panose="02040503050406030204" pitchFamily="18" charset="0"/>
              </a:rPr>
              <a:t>didnʼt</a:t>
            </a:r>
            <a:r>
              <a:rPr lang="en-US" sz="2800" b="1" dirty="0">
                <a:solidFill>
                  <a:schemeClr val="bg1"/>
                </a:solidFill>
                <a:latin typeface="Cambria" panose="02040503050406030204" pitchFamily="18" charset="0"/>
                <a:ea typeface="Cambria" panose="02040503050406030204" pitchFamily="18" charset="0"/>
              </a:rPr>
              <a:t>?</a:t>
            </a:r>
            <a:endParaRPr lang="en-US" sz="2800" dirty="0">
              <a:solidFill>
                <a:schemeClr val="bg1"/>
              </a:solidFill>
            </a:endParaRPr>
          </a:p>
        </p:txBody>
      </p:sp>
      <p:sp>
        <p:nvSpPr>
          <p:cNvPr id="6" name="TextBox 5">
            <a:extLst>
              <a:ext uri="{FF2B5EF4-FFF2-40B4-BE49-F238E27FC236}">
                <a16:creationId xmlns:a16="http://schemas.microsoft.com/office/drawing/2014/main" id="{612089AC-DCE6-C780-DD85-A0ABB2836125}"/>
              </a:ext>
            </a:extLst>
          </p:cNvPr>
          <p:cNvSpPr txBox="1"/>
          <p:nvPr/>
        </p:nvSpPr>
        <p:spPr>
          <a:xfrm>
            <a:off x="7957457" y="1181812"/>
            <a:ext cx="4016828" cy="2893100"/>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compares customer spending behavior between customers who availed discounts and those who did not.</a:t>
            </a:r>
          </a:p>
          <a:p>
            <a:pPr algn="just"/>
            <a:r>
              <a:rPr lang="en-US" dirty="0">
                <a:solidFill>
                  <a:schemeClr val="bg1"/>
                </a:solidFill>
              </a:rPr>
              <a:t>Customers who received discounts tend to show different purchasing patterns, indicating that discounts may influence buying behavior and spending levels.</a:t>
            </a:r>
          </a:p>
        </p:txBody>
      </p:sp>
      <p:sp>
        <p:nvSpPr>
          <p:cNvPr id="7" name="TextBox 6">
            <a:extLst>
              <a:ext uri="{FF2B5EF4-FFF2-40B4-BE49-F238E27FC236}">
                <a16:creationId xmlns:a16="http://schemas.microsoft.com/office/drawing/2014/main" id="{5CFA8F35-35B9-6111-CB3B-800CB5399ABE}"/>
              </a:ext>
            </a:extLst>
          </p:cNvPr>
          <p:cNvSpPr txBox="1"/>
          <p:nvPr/>
        </p:nvSpPr>
        <p:spPr>
          <a:xfrm>
            <a:off x="7957457" y="4074912"/>
            <a:ext cx="4016828" cy="2339102"/>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Discount campaigns can encourage customers to spend more and increase transaction value.</a:t>
            </a:r>
          </a:p>
          <a:p>
            <a:pPr algn="just"/>
            <a:r>
              <a:rPr lang="en-US" dirty="0">
                <a:solidFill>
                  <a:schemeClr val="bg1"/>
                </a:solidFill>
              </a:rPr>
              <a:t>The company should optimize promotional strategies by targeting customer segments that respond positively to discounts.</a:t>
            </a:r>
          </a:p>
        </p:txBody>
      </p:sp>
      <p:pic>
        <p:nvPicPr>
          <p:cNvPr id="4" name="Picture 3">
            <a:extLst>
              <a:ext uri="{FF2B5EF4-FFF2-40B4-BE49-F238E27FC236}">
                <a16:creationId xmlns:a16="http://schemas.microsoft.com/office/drawing/2014/main" id="{7CDE4155-36BC-09C8-21B8-2B77467EB701}"/>
              </a:ext>
            </a:extLst>
          </p:cNvPr>
          <p:cNvPicPr>
            <a:picLocks noChangeAspect="1"/>
          </p:cNvPicPr>
          <p:nvPr/>
        </p:nvPicPr>
        <p:blipFill>
          <a:blip r:embed="rId2"/>
          <a:stretch>
            <a:fillRect/>
          </a:stretch>
        </p:blipFill>
        <p:spPr>
          <a:xfrm>
            <a:off x="217715" y="1190624"/>
            <a:ext cx="7575950" cy="5422823"/>
          </a:xfrm>
          <a:prstGeom prst="rect">
            <a:avLst/>
          </a:prstGeom>
        </p:spPr>
      </p:pic>
    </p:spTree>
    <p:extLst>
      <p:ext uri="{BB962C8B-B14F-4D97-AF65-F5344CB8AC3E}">
        <p14:creationId xmlns:p14="http://schemas.microsoft.com/office/powerpoint/2010/main" val="1214340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EBEC4D36-A7B8-B5D8-4C87-8530EAAC165C}"/>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3C0A26F4-B1C6-C337-CB6D-821FE8B16361}"/>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6E38C1F3-D1FA-71A8-5E55-299BFE88FC06}"/>
              </a:ext>
            </a:extLst>
          </p:cNvPr>
          <p:cNvSpPr txBox="1"/>
          <p:nvPr/>
        </p:nvSpPr>
        <p:spPr>
          <a:xfrm>
            <a:off x="97971" y="112694"/>
            <a:ext cx="11963400" cy="954107"/>
          </a:xfrm>
          <a:prstGeom prst="rect">
            <a:avLst/>
          </a:prstGeom>
          <a:noFill/>
        </p:spPr>
        <p:txBody>
          <a:bodyPr wrap="square" rtlCol="0">
            <a:spAutoFit/>
          </a:bodyPr>
          <a:lstStyle/>
          <a:p>
            <a:r>
              <a:rPr lang="en-US" sz="2800" b="1" dirty="0">
                <a:solidFill>
                  <a:schemeClr val="bg1"/>
                </a:solidFill>
                <a:latin typeface="Cambria" panose="02040503050406030204" pitchFamily="18" charset="0"/>
                <a:ea typeface="Cambria" panose="02040503050406030204" pitchFamily="18" charset="0"/>
              </a:rPr>
              <a:t>Level-1: Q-10: What is the most common payment method used by customers?</a:t>
            </a:r>
            <a:endParaRPr lang="en-US" sz="2800" dirty="0">
              <a:solidFill>
                <a:schemeClr val="bg1"/>
              </a:solidFill>
            </a:endParaRPr>
          </a:p>
        </p:txBody>
      </p:sp>
      <p:sp>
        <p:nvSpPr>
          <p:cNvPr id="6" name="TextBox 5">
            <a:extLst>
              <a:ext uri="{FF2B5EF4-FFF2-40B4-BE49-F238E27FC236}">
                <a16:creationId xmlns:a16="http://schemas.microsoft.com/office/drawing/2014/main" id="{FF6819B4-91AF-3373-EDD2-5EEDE180F262}"/>
              </a:ext>
            </a:extLst>
          </p:cNvPr>
          <p:cNvSpPr txBox="1"/>
          <p:nvPr/>
        </p:nvSpPr>
        <p:spPr>
          <a:xfrm>
            <a:off x="7957457" y="1181812"/>
            <a:ext cx="4016828" cy="2339102"/>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identifies the most frequently used payment method among customers.</a:t>
            </a:r>
          </a:p>
          <a:p>
            <a:pPr algn="just"/>
            <a:r>
              <a:rPr lang="en-US" dirty="0">
                <a:solidFill>
                  <a:schemeClr val="bg1"/>
                </a:solidFill>
              </a:rPr>
              <a:t>The dominant payment method reflects customer purchasing preferences and transaction convenience.</a:t>
            </a:r>
          </a:p>
        </p:txBody>
      </p:sp>
      <p:sp>
        <p:nvSpPr>
          <p:cNvPr id="7" name="TextBox 6">
            <a:extLst>
              <a:ext uri="{FF2B5EF4-FFF2-40B4-BE49-F238E27FC236}">
                <a16:creationId xmlns:a16="http://schemas.microsoft.com/office/drawing/2014/main" id="{BB35AF27-32F7-9DCE-2083-66B3517354FF}"/>
              </a:ext>
            </a:extLst>
          </p:cNvPr>
          <p:cNvSpPr txBox="1"/>
          <p:nvPr/>
        </p:nvSpPr>
        <p:spPr>
          <a:xfrm>
            <a:off x="7957457" y="4074912"/>
            <a:ext cx="4016828" cy="2339102"/>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The company should optimize and prioritize the most-used payment method to ensure smooth transactions and improved customer experience.</a:t>
            </a:r>
          </a:p>
          <a:p>
            <a:pPr algn="just"/>
            <a:r>
              <a:rPr lang="en-US" dirty="0">
                <a:solidFill>
                  <a:schemeClr val="bg1"/>
                </a:solidFill>
              </a:rPr>
              <a:t>Offering secure and convenient payment options can increase customer trust and conversion rates.</a:t>
            </a:r>
          </a:p>
        </p:txBody>
      </p:sp>
      <p:pic>
        <p:nvPicPr>
          <p:cNvPr id="3" name="Picture 2">
            <a:extLst>
              <a:ext uri="{FF2B5EF4-FFF2-40B4-BE49-F238E27FC236}">
                <a16:creationId xmlns:a16="http://schemas.microsoft.com/office/drawing/2014/main" id="{E443CB33-D34C-411E-3A04-1403104AA408}"/>
              </a:ext>
            </a:extLst>
          </p:cNvPr>
          <p:cNvPicPr>
            <a:picLocks noChangeAspect="1"/>
          </p:cNvPicPr>
          <p:nvPr/>
        </p:nvPicPr>
        <p:blipFill>
          <a:blip r:embed="rId2"/>
          <a:stretch>
            <a:fillRect/>
          </a:stretch>
        </p:blipFill>
        <p:spPr>
          <a:xfrm>
            <a:off x="217715" y="1181812"/>
            <a:ext cx="7639745" cy="5563494"/>
          </a:xfrm>
          <a:prstGeom prst="rect">
            <a:avLst/>
          </a:prstGeom>
        </p:spPr>
      </p:pic>
    </p:spTree>
    <p:extLst>
      <p:ext uri="{BB962C8B-B14F-4D97-AF65-F5344CB8AC3E}">
        <p14:creationId xmlns:p14="http://schemas.microsoft.com/office/powerpoint/2010/main" val="2260868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24385AC5-3079-227A-1A24-5FC76891313A}"/>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07465ED0-953E-D552-764E-685843C1E6A6}"/>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D4CC11D3-7760-3029-CCBB-2A16292E21B1}"/>
              </a:ext>
            </a:extLst>
          </p:cNvPr>
          <p:cNvSpPr txBox="1"/>
          <p:nvPr/>
        </p:nvSpPr>
        <p:spPr>
          <a:xfrm>
            <a:off x="97971" y="112694"/>
            <a:ext cx="11963400" cy="954107"/>
          </a:xfrm>
          <a:prstGeom prst="rect">
            <a:avLst/>
          </a:prstGeom>
          <a:noFill/>
        </p:spPr>
        <p:txBody>
          <a:bodyPr wrap="square" rtlCol="0">
            <a:spAutoFit/>
          </a:bodyPr>
          <a:lstStyle/>
          <a:p>
            <a:r>
              <a:rPr lang="en-US" sz="2800" b="1" dirty="0">
                <a:solidFill>
                  <a:schemeClr val="bg1"/>
                </a:solidFill>
                <a:latin typeface="Cambria" panose="02040503050406030204" pitchFamily="18" charset="0"/>
                <a:ea typeface="Cambria" panose="02040503050406030204" pitchFamily="18" charset="0"/>
              </a:rPr>
              <a:t>Level-2: Q-1: What are the average review scores of users of the most common payment method?</a:t>
            </a:r>
            <a:endParaRPr lang="en-US" sz="2800" dirty="0">
              <a:solidFill>
                <a:schemeClr val="bg1"/>
              </a:solidFill>
            </a:endParaRPr>
          </a:p>
        </p:txBody>
      </p:sp>
      <p:sp>
        <p:nvSpPr>
          <p:cNvPr id="6" name="TextBox 5">
            <a:extLst>
              <a:ext uri="{FF2B5EF4-FFF2-40B4-BE49-F238E27FC236}">
                <a16:creationId xmlns:a16="http://schemas.microsoft.com/office/drawing/2014/main" id="{D6A4051B-E60E-10E5-AE41-F9FADB68C7C5}"/>
              </a:ext>
            </a:extLst>
          </p:cNvPr>
          <p:cNvSpPr txBox="1"/>
          <p:nvPr/>
        </p:nvSpPr>
        <p:spPr>
          <a:xfrm>
            <a:off x="7957457" y="1181812"/>
            <a:ext cx="4016828" cy="2339102"/>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shows the average review score of customers using the most preferred payment method.</a:t>
            </a:r>
          </a:p>
          <a:p>
            <a:pPr algn="just"/>
            <a:r>
              <a:rPr lang="en-US" dirty="0">
                <a:solidFill>
                  <a:schemeClr val="bg1"/>
                </a:solidFill>
              </a:rPr>
              <a:t>Customers using the most common payment method generally provide positive review scores, indicating a satisfactory transaction experience.</a:t>
            </a:r>
          </a:p>
        </p:txBody>
      </p:sp>
      <p:sp>
        <p:nvSpPr>
          <p:cNvPr id="7" name="TextBox 6">
            <a:extLst>
              <a:ext uri="{FF2B5EF4-FFF2-40B4-BE49-F238E27FC236}">
                <a16:creationId xmlns:a16="http://schemas.microsoft.com/office/drawing/2014/main" id="{4C9783D3-C5E8-22C8-2DCE-536E703F762C}"/>
              </a:ext>
            </a:extLst>
          </p:cNvPr>
          <p:cNvSpPr txBox="1"/>
          <p:nvPr/>
        </p:nvSpPr>
        <p:spPr>
          <a:xfrm>
            <a:off x="7957457" y="4074912"/>
            <a:ext cx="4016828" cy="2339102"/>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The business should ensure that the most-used payment method remains secure, reliable, and user-friendly to maintain customer satisfaction.</a:t>
            </a:r>
          </a:p>
          <a:p>
            <a:pPr algn="just"/>
            <a:r>
              <a:rPr lang="en-US" dirty="0">
                <a:solidFill>
                  <a:schemeClr val="bg1"/>
                </a:solidFill>
              </a:rPr>
              <a:t>Improving payment convenience can positively influence customer experience and future purchases.</a:t>
            </a:r>
          </a:p>
        </p:txBody>
      </p:sp>
      <p:pic>
        <p:nvPicPr>
          <p:cNvPr id="4" name="Picture 3">
            <a:extLst>
              <a:ext uri="{FF2B5EF4-FFF2-40B4-BE49-F238E27FC236}">
                <a16:creationId xmlns:a16="http://schemas.microsoft.com/office/drawing/2014/main" id="{951EF5DF-059B-1224-6115-9ABBE97D7442}"/>
              </a:ext>
            </a:extLst>
          </p:cNvPr>
          <p:cNvPicPr>
            <a:picLocks noChangeAspect="1"/>
          </p:cNvPicPr>
          <p:nvPr/>
        </p:nvPicPr>
        <p:blipFill>
          <a:blip r:embed="rId2"/>
          <a:stretch>
            <a:fillRect/>
          </a:stretch>
        </p:blipFill>
        <p:spPr>
          <a:xfrm>
            <a:off x="97971" y="1190624"/>
            <a:ext cx="7738224" cy="5444089"/>
          </a:xfrm>
          <a:prstGeom prst="rect">
            <a:avLst/>
          </a:prstGeom>
        </p:spPr>
      </p:pic>
    </p:spTree>
    <p:extLst>
      <p:ext uri="{BB962C8B-B14F-4D97-AF65-F5344CB8AC3E}">
        <p14:creationId xmlns:p14="http://schemas.microsoft.com/office/powerpoint/2010/main" val="3743463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920880A2-20C5-1480-3CE4-F9F866C85558}"/>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6F2AAB4-4305-C372-6E30-A890F99763A9}"/>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B00B29B1-FBC4-3EF6-C069-AA065A0A1DB3}"/>
              </a:ext>
            </a:extLst>
          </p:cNvPr>
          <p:cNvSpPr txBox="1"/>
          <p:nvPr/>
        </p:nvSpPr>
        <p:spPr>
          <a:xfrm>
            <a:off x="97971" y="112694"/>
            <a:ext cx="11963400" cy="769441"/>
          </a:xfrm>
          <a:prstGeom prst="rect">
            <a:avLst/>
          </a:prstGeom>
          <a:noFill/>
        </p:spPr>
        <p:txBody>
          <a:bodyPr wrap="square" rtlCol="0">
            <a:spAutoFit/>
          </a:bodyPr>
          <a:lstStyle/>
          <a:p>
            <a:r>
              <a:rPr lang="en-US" sz="2200" b="1" dirty="0">
                <a:solidFill>
                  <a:schemeClr val="bg1"/>
                </a:solidFill>
                <a:latin typeface="Cambria" panose="02040503050406030204" pitchFamily="18" charset="0"/>
                <a:ea typeface="Cambria" panose="02040503050406030204" pitchFamily="18" charset="0"/>
              </a:rPr>
              <a:t>Level-2: Q-2: What is the correlation between time spent on the website and purchase amount? Do customers who spend more time on the website purchase more items?</a:t>
            </a:r>
            <a:endParaRPr lang="en-US" sz="2200" dirty="0">
              <a:solidFill>
                <a:schemeClr val="bg1"/>
              </a:solidFill>
            </a:endParaRPr>
          </a:p>
        </p:txBody>
      </p:sp>
      <p:sp>
        <p:nvSpPr>
          <p:cNvPr id="6" name="TextBox 5">
            <a:extLst>
              <a:ext uri="{FF2B5EF4-FFF2-40B4-BE49-F238E27FC236}">
                <a16:creationId xmlns:a16="http://schemas.microsoft.com/office/drawing/2014/main" id="{D6281442-C2B9-31C7-A8A7-2728C604980F}"/>
              </a:ext>
            </a:extLst>
          </p:cNvPr>
          <p:cNvSpPr txBox="1"/>
          <p:nvPr/>
        </p:nvSpPr>
        <p:spPr>
          <a:xfrm>
            <a:off x="7957457" y="1181812"/>
            <a:ext cx="4016828" cy="2616101"/>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shows a positive relationship between the time customers spend on the website and their purchase amount.</a:t>
            </a:r>
          </a:p>
          <a:p>
            <a:pPr algn="just"/>
            <a:r>
              <a:rPr lang="en-US" dirty="0">
                <a:solidFill>
                  <a:schemeClr val="bg1"/>
                </a:solidFill>
              </a:rPr>
              <a:t>Customers who spend more time browsing the website tend to purchase more products and generate higher transaction values.</a:t>
            </a:r>
          </a:p>
        </p:txBody>
      </p:sp>
      <p:sp>
        <p:nvSpPr>
          <p:cNvPr id="7" name="TextBox 6">
            <a:extLst>
              <a:ext uri="{FF2B5EF4-FFF2-40B4-BE49-F238E27FC236}">
                <a16:creationId xmlns:a16="http://schemas.microsoft.com/office/drawing/2014/main" id="{D78B0855-0C0A-91D2-5D62-6BE8C55231B8}"/>
              </a:ext>
            </a:extLst>
          </p:cNvPr>
          <p:cNvSpPr txBox="1"/>
          <p:nvPr/>
        </p:nvSpPr>
        <p:spPr>
          <a:xfrm>
            <a:off x="7957457" y="4074912"/>
            <a:ext cx="4016828" cy="2616101"/>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Improving customer engagement on the website can increase purchase activity and overall revenue.</a:t>
            </a:r>
          </a:p>
          <a:p>
            <a:pPr algn="just"/>
            <a:r>
              <a:rPr lang="en-US" dirty="0">
                <a:solidFill>
                  <a:schemeClr val="bg1"/>
                </a:solidFill>
              </a:rPr>
              <a:t>The company should focus on personalized recommendations, better user experience, and engaging product displays to encourage customers to spend more time on the platform.</a:t>
            </a:r>
          </a:p>
        </p:txBody>
      </p:sp>
      <p:pic>
        <p:nvPicPr>
          <p:cNvPr id="3" name="Picture 2">
            <a:extLst>
              <a:ext uri="{FF2B5EF4-FFF2-40B4-BE49-F238E27FC236}">
                <a16:creationId xmlns:a16="http://schemas.microsoft.com/office/drawing/2014/main" id="{995F33D8-83F0-4167-D3F6-3705CC8E50FC}"/>
              </a:ext>
            </a:extLst>
          </p:cNvPr>
          <p:cNvPicPr>
            <a:picLocks noChangeAspect="1"/>
          </p:cNvPicPr>
          <p:nvPr/>
        </p:nvPicPr>
        <p:blipFill>
          <a:blip r:embed="rId3"/>
          <a:stretch>
            <a:fillRect/>
          </a:stretch>
        </p:blipFill>
        <p:spPr>
          <a:xfrm>
            <a:off x="217715" y="1190625"/>
            <a:ext cx="7661010" cy="5475990"/>
          </a:xfrm>
          <a:prstGeom prst="rect">
            <a:avLst/>
          </a:prstGeom>
        </p:spPr>
      </p:pic>
    </p:spTree>
    <p:extLst>
      <p:ext uri="{BB962C8B-B14F-4D97-AF65-F5344CB8AC3E}">
        <p14:creationId xmlns:p14="http://schemas.microsoft.com/office/powerpoint/2010/main" val="4107529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319E601F-4550-15F8-2C5F-675AEE77C941}"/>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0AF50400-E9B5-CEBB-4C30-933BE034B773}"/>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6B4FE30F-B717-33EE-609B-FD8A20415A2E}"/>
              </a:ext>
            </a:extLst>
          </p:cNvPr>
          <p:cNvSpPr txBox="1"/>
          <p:nvPr/>
        </p:nvSpPr>
        <p:spPr>
          <a:xfrm>
            <a:off x="97971" y="112694"/>
            <a:ext cx="11963400" cy="769441"/>
          </a:xfrm>
          <a:prstGeom prst="rect">
            <a:avLst/>
          </a:prstGeom>
          <a:noFill/>
        </p:spPr>
        <p:txBody>
          <a:bodyPr wrap="square" rtlCol="0">
            <a:spAutoFit/>
          </a:bodyPr>
          <a:lstStyle/>
          <a:p>
            <a:r>
              <a:rPr lang="en-US" sz="2200" b="1" dirty="0">
                <a:solidFill>
                  <a:schemeClr val="bg1"/>
                </a:solidFill>
                <a:latin typeface="Cambria" panose="02040503050406030204" pitchFamily="18" charset="0"/>
                <a:ea typeface="Cambria" panose="02040503050406030204" pitchFamily="18" charset="0"/>
              </a:rPr>
              <a:t>Level-2: Q-3: What percentage of customers are satisfied (rating of 4 or 5) and are also return customers?</a:t>
            </a:r>
            <a:endParaRPr lang="en-US" sz="2200" dirty="0">
              <a:solidFill>
                <a:schemeClr val="bg1"/>
              </a:solidFill>
            </a:endParaRPr>
          </a:p>
        </p:txBody>
      </p:sp>
      <p:sp>
        <p:nvSpPr>
          <p:cNvPr id="6" name="TextBox 5">
            <a:extLst>
              <a:ext uri="{FF2B5EF4-FFF2-40B4-BE49-F238E27FC236}">
                <a16:creationId xmlns:a16="http://schemas.microsoft.com/office/drawing/2014/main" id="{FFD1AA0E-2A3C-1941-FEF2-FFB5F98805AC}"/>
              </a:ext>
            </a:extLst>
          </p:cNvPr>
          <p:cNvSpPr txBox="1"/>
          <p:nvPr/>
        </p:nvSpPr>
        <p:spPr>
          <a:xfrm>
            <a:off x="7262037" y="1181812"/>
            <a:ext cx="4712248" cy="2339102"/>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identifies customers who are both satisfied with their shopping experience and have returned for repeat purchases.</a:t>
            </a:r>
          </a:p>
          <a:p>
            <a:pPr algn="just"/>
            <a:endParaRPr lang="en-US" dirty="0">
              <a:solidFill>
                <a:schemeClr val="bg1"/>
              </a:solidFill>
            </a:endParaRPr>
          </a:p>
          <a:p>
            <a:pPr algn="just"/>
            <a:r>
              <a:rPr lang="en-US" dirty="0">
                <a:solidFill>
                  <a:schemeClr val="bg1"/>
                </a:solidFill>
              </a:rPr>
              <a:t>A significant percentage of satisfied return customers indicates strong customer loyalty and positive customer experience.</a:t>
            </a:r>
          </a:p>
        </p:txBody>
      </p:sp>
      <p:sp>
        <p:nvSpPr>
          <p:cNvPr id="7" name="TextBox 6">
            <a:extLst>
              <a:ext uri="{FF2B5EF4-FFF2-40B4-BE49-F238E27FC236}">
                <a16:creationId xmlns:a16="http://schemas.microsoft.com/office/drawing/2014/main" id="{9BA90BEC-8E59-5826-CF0C-749470E9EF09}"/>
              </a:ext>
            </a:extLst>
          </p:cNvPr>
          <p:cNvSpPr txBox="1"/>
          <p:nvPr/>
        </p:nvSpPr>
        <p:spPr>
          <a:xfrm>
            <a:off x="7262037" y="4074912"/>
            <a:ext cx="4712248" cy="2339102"/>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Satisfied return customers are valuable for long-term business growth and profitability.</a:t>
            </a:r>
          </a:p>
          <a:p>
            <a:pPr algn="just"/>
            <a:endParaRPr lang="en-US" dirty="0">
              <a:solidFill>
                <a:schemeClr val="bg1"/>
              </a:solidFill>
            </a:endParaRPr>
          </a:p>
          <a:p>
            <a:pPr algn="just"/>
            <a:r>
              <a:rPr lang="en-US" dirty="0">
                <a:solidFill>
                  <a:schemeClr val="bg1"/>
                </a:solidFill>
              </a:rPr>
              <a:t>The company should strengthen loyalty programs, improve customer service, and maintain product quality to retain high-value customers.</a:t>
            </a:r>
          </a:p>
        </p:txBody>
      </p:sp>
      <p:pic>
        <p:nvPicPr>
          <p:cNvPr id="4" name="Picture 3">
            <a:extLst>
              <a:ext uri="{FF2B5EF4-FFF2-40B4-BE49-F238E27FC236}">
                <a16:creationId xmlns:a16="http://schemas.microsoft.com/office/drawing/2014/main" id="{346087C2-FAFF-B185-C3B7-937FC1410B70}"/>
              </a:ext>
            </a:extLst>
          </p:cNvPr>
          <p:cNvPicPr>
            <a:picLocks noChangeAspect="1"/>
          </p:cNvPicPr>
          <p:nvPr/>
        </p:nvPicPr>
        <p:blipFill>
          <a:blip r:embed="rId2"/>
          <a:stretch>
            <a:fillRect/>
          </a:stretch>
        </p:blipFill>
        <p:spPr>
          <a:xfrm>
            <a:off x="640231" y="1181812"/>
            <a:ext cx="6381750" cy="5534025"/>
          </a:xfrm>
          <a:prstGeom prst="rect">
            <a:avLst/>
          </a:prstGeom>
        </p:spPr>
      </p:pic>
    </p:spTree>
    <p:extLst>
      <p:ext uri="{BB962C8B-B14F-4D97-AF65-F5344CB8AC3E}">
        <p14:creationId xmlns:p14="http://schemas.microsoft.com/office/powerpoint/2010/main" val="1576836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40B7EA02-481F-629E-258F-320068BE8338}"/>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934D8DD9-3D54-5FC4-BB48-58EA7EB754C4}"/>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F8B362CD-D75B-F868-2357-C7BE1F6B7A04}"/>
              </a:ext>
            </a:extLst>
          </p:cNvPr>
          <p:cNvSpPr txBox="1"/>
          <p:nvPr/>
        </p:nvSpPr>
        <p:spPr>
          <a:xfrm>
            <a:off x="97971" y="112694"/>
            <a:ext cx="11963400" cy="769441"/>
          </a:xfrm>
          <a:prstGeom prst="rect">
            <a:avLst/>
          </a:prstGeom>
          <a:noFill/>
        </p:spPr>
        <p:txBody>
          <a:bodyPr wrap="square" rtlCol="0">
            <a:spAutoFit/>
          </a:bodyPr>
          <a:lstStyle/>
          <a:p>
            <a:r>
              <a:rPr lang="en-US" sz="2200" b="1" dirty="0">
                <a:solidFill>
                  <a:schemeClr val="bg1"/>
                </a:solidFill>
                <a:latin typeface="Cambria" panose="02040503050406030204" pitchFamily="18" charset="0"/>
                <a:ea typeface="Cambria" panose="02040503050406030204" pitchFamily="18" charset="0"/>
              </a:rPr>
              <a:t>Level-2: Q-4: What is the relationship between the number of items purchased and customer satisfaction?</a:t>
            </a:r>
            <a:endParaRPr lang="en-US" sz="2200" dirty="0">
              <a:solidFill>
                <a:schemeClr val="bg1"/>
              </a:solidFill>
            </a:endParaRPr>
          </a:p>
        </p:txBody>
      </p:sp>
      <p:sp>
        <p:nvSpPr>
          <p:cNvPr id="6" name="TextBox 5">
            <a:extLst>
              <a:ext uri="{FF2B5EF4-FFF2-40B4-BE49-F238E27FC236}">
                <a16:creationId xmlns:a16="http://schemas.microsoft.com/office/drawing/2014/main" id="{EC23EEA5-46E9-C95E-927D-7612461C039B}"/>
              </a:ext>
            </a:extLst>
          </p:cNvPr>
          <p:cNvSpPr txBox="1"/>
          <p:nvPr/>
        </p:nvSpPr>
        <p:spPr>
          <a:xfrm>
            <a:off x="7559749" y="1181812"/>
            <a:ext cx="4414536" cy="2339102"/>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shows a relationship between customer satisfaction levels and purchasing behavior.</a:t>
            </a:r>
          </a:p>
          <a:p>
            <a:pPr algn="just"/>
            <a:endParaRPr lang="en-US" dirty="0">
              <a:solidFill>
                <a:schemeClr val="bg1"/>
              </a:solidFill>
            </a:endParaRPr>
          </a:p>
          <a:p>
            <a:pPr algn="just"/>
            <a:r>
              <a:rPr lang="en-US" dirty="0">
                <a:solidFill>
                  <a:schemeClr val="bg1"/>
                </a:solidFill>
              </a:rPr>
              <a:t>Customers with higher satisfaction levels tend to purchase more items compared to customers with lower satisfaction levels.</a:t>
            </a:r>
          </a:p>
        </p:txBody>
      </p:sp>
      <p:sp>
        <p:nvSpPr>
          <p:cNvPr id="7" name="TextBox 6">
            <a:extLst>
              <a:ext uri="{FF2B5EF4-FFF2-40B4-BE49-F238E27FC236}">
                <a16:creationId xmlns:a16="http://schemas.microsoft.com/office/drawing/2014/main" id="{ED7FEA39-8CD1-C531-5336-673C1A3CDF85}"/>
              </a:ext>
            </a:extLst>
          </p:cNvPr>
          <p:cNvSpPr txBox="1"/>
          <p:nvPr/>
        </p:nvSpPr>
        <p:spPr>
          <a:xfrm>
            <a:off x="7559748" y="3777200"/>
            <a:ext cx="4414537" cy="2616101"/>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Improving customer satisfaction can positively influence customer purchasing behavior and increase sales volume.</a:t>
            </a:r>
          </a:p>
          <a:p>
            <a:pPr algn="just"/>
            <a:endParaRPr lang="en-US" dirty="0">
              <a:solidFill>
                <a:schemeClr val="bg1"/>
              </a:solidFill>
            </a:endParaRPr>
          </a:p>
          <a:p>
            <a:pPr algn="just"/>
            <a:r>
              <a:rPr lang="en-US" dirty="0">
                <a:solidFill>
                  <a:schemeClr val="bg1"/>
                </a:solidFill>
              </a:rPr>
              <a:t>The company should focus on better customer experience, product quality, and service efficiency to encourage repeat and larger purchases.</a:t>
            </a:r>
          </a:p>
        </p:txBody>
      </p:sp>
      <p:pic>
        <p:nvPicPr>
          <p:cNvPr id="3" name="Picture 2">
            <a:extLst>
              <a:ext uri="{FF2B5EF4-FFF2-40B4-BE49-F238E27FC236}">
                <a16:creationId xmlns:a16="http://schemas.microsoft.com/office/drawing/2014/main" id="{4BD66892-7750-07DA-2977-A4E62701EA50}"/>
              </a:ext>
            </a:extLst>
          </p:cNvPr>
          <p:cNvPicPr>
            <a:picLocks noChangeAspect="1"/>
          </p:cNvPicPr>
          <p:nvPr/>
        </p:nvPicPr>
        <p:blipFill>
          <a:blip r:embed="rId2"/>
          <a:stretch>
            <a:fillRect/>
          </a:stretch>
        </p:blipFill>
        <p:spPr>
          <a:xfrm>
            <a:off x="217715" y="1443575"/>
            <a:ext cx="7164066" cy="4667250"/>
          </a:xfrm>
          <a:prstGeom prst="rect">
            <a:avLst/>
          </a:prstGeom>
        </p:spPr>
      </p:pic>
    </p:spTree>
    <p:extLst>
      <p:ext uri="{BB962C8B-B14F-4D97-AF65-F5344CB8AC3E}">
        <p14:creationId xmlns:p14="http://schemas.microsoft.com/office/powerpoint/2010/main" val="1358357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11E0C864-3013-60DD-B12F-484A30922E25}"/>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378A256D-3698-760F-BA91-030F1AACE0AE}"/>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7103A10F-74DE-6AC9-F6A0-541708EB53BD}"/>
              </a:ext>
            </a:extLst>
          </p:cNvPr>
          <p:cNvSpPr txBox="1"/>
          <p:nvPr/>
        </p:nvSpPr>
        <p:spPr>
          <a:xfrm>
            <a:off x="97971" y="239165"/>
            <a:ext cx="11963400" cy="430887"/>
          </a:xfrm>
          <a:prstGeom prst="rect">
            <a:avLst/>
          </a:prstGeom>
          <a:noFill/>
        </p:spPr>
        <p:txBody>
          <a:bodyPr wrap="square" rtlCol="0">
            <a:spAutoFit/>
          </a:bodyPr>
          <a:lstStyle/>
          <a:p>
            <a:r>
              <a:rPr lang="en-US" sz="2200" b="1" dirty="0">
                <a:solidFill>
                  <a:schemeClr val="bg1"/>
                </a:solidFill>
                <a:latin typeface="Cambria" panose="02040503050406030204" pitchFamily="18" charset="0"/>
                <a:ea typeface="Cambria" panose="02040503050406030204" pitchFamily="18" charset="0"/>
              </a:rPr>
              <a:t>Level-2: Q-5: Which location has the 2nd highest average purchase amount?</a:t>
            </a:r>
            <a:endParaRPr lang="en-US" sz="2200" dirty="0">
              <a:solidFill>
                <a:schemeClr val="bg1"/>
              </a:solidFill>
            </a:endParaRPr>
          </a:p>
        </p:txBody>
      </p:sp>
      <p:sp>
        <p:nvSpPr>
          <p:cNvPr id="6" name="TextBox 5">
            <a:extLst>
              <a:ext uri="{FF2B5EF4-FFF2-40B4-BE49-F238E27FC236}">
                <a16:creationId xmlns:a16="http://schemas.microsoft.com/office/drawing/2014/main" id="{4E229274-9491-E86E-F81E-120714460798}"/>
              </a:ext>
            </a:extLst>
          </p:cNvPr>
          <p:cNvSpPr txBox="1"/>
          <p:nvPr/>
        </p:nvSpPr>
        <p:spPr>
          <a:xfrm>
            <a:off x="7772399" y="1181812"/>
            <a:ext cx="4201885" cy="2616101"/>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compares average purchase amounts across different locations.</a:t>
            </a:r>
          </a:p>
          <a:p>
            <a:pPr algn="just"/>
            <a:endParaRPr lang="en-US" dirty="0">
              <a:solidFill>
                <a:schemeClr val="bg1"/>
              </a:solidFill>
            </a:endParaRPr>
          </a:p>
          <a:p>
            <a:pPr algn="just"/>
            <a:r>
              <a:rPr lang="en-US" dirty="0">
                <a:solidFill>
                  <a:schemeClr val="bg1"/>
                </a:solidFill>
              </a:rPr>
              <a:t>The location with the second-highest average purchase amount demonstrates strong customer spending behavior and significant market potential.</a:t>
            </a:r>
          </a:p>
        </p:txBody>
      </p:sp>
      <p:sp>
        <p:nvSpPr>
          <p:cNvPr id="7" name="TextBox 6">
            <a:extLst>
              <a:ext uri="{FF2B5EF4-FFF2-40B4-BE49-F238E27FC236}">
                <a16:creationId xmlns:a16="http://schemas.microsoft.com/office/drawing/2014/main" id="{4768B5C2-71E2-8A89-E94C-3C4F69BD7C3E}"/>
              </a:ext>
            </a:extLst>
          </p:cNvPr>
          <p:cNvSpPr txBox="1"/>
          <p:nvPr/>
        </p:nvSpPr>
        <p:spPr>
          <a:xfrm>
            <a:off x="7772399" y="3777200"/>
            <a:ext cx="4201886" cy="2893100"/>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The company should strengthen marketing and operational strategies in high-performing locations to maximize revenue opportunities.</a:t>
            </a:r>
          </a:p>
          <a:p>
            <a:pPr algn="just"/>
            <a:endParaRPr lang="en-US" dirty="0">
              <a:solidFill>
                <a:schemeClr val="bg1"/>
              </a:solidFill>
            </a:endParaRPr>
          </a:p>
          <a:p>
            <a:pPr algn="just"/>
            <a:r>
              <a:rPr lang="en-US" dirty="0">
                <a:solidFill>
                  <a:schemeClr val="bg1"/>
                </a:solidFill>
              </a:rPr>
              <a:t>Locations with high average spending may offer strong potential for premium product promotions and customer retention campaigns.</a:t>
            </a:r>
          </a:p>
        </p:txBody>
      </p:sp>
      <p:pic>
        <p:nvPicPr>
          <p:cNvPr id="4" name="Picture 3">
            <a:extLst>
              <a:ext uri="{FF2B5EF4-FFF2-40B4-BE49-F238E27FC236}">
                <a16:creationId xmlns:a16="http://schemas.microsoft.com/office/drawing/2014/main" id="{ACA77BC7-557C-A0FE-D9F5-5DC4745DE7D1}"/>
              </a:ext>
            </a:extLst>
          </p:cNvPr>
          <p:cNvPicPr>
            <a:picLocks noChangeAspect="1"/>
          </p:cNvPicPr>
          <p:nvPr/>
        </p:nvPicPr>
        <p:blipFill>
          <a:blip r:embed="rId2"/>
          <a:stretch>
            <a:fillRect/>
          </a:stretch>
        </p:blipFill>
        <p:spPr>
          <a:xfrm>
            <a:off x="97971" y="1204674"/>
            <a:ext cx="7589369" cy="5313081"/>
          </a:xfrm>
          <a:prstGeom prst="rect">
            <a:avLst/>
          </a:prstGeom>
        </p:spPr>
      </p:pic>
    </p:spTree>
    <p:extLst>
      <p:ext uri="{BB962C8B-B14F-4D97-AF65-F5344CB8AC3E}">
        <p14:creationId xmlns:p14="http://schemas.microsoft.com/office/powerpoint/2010/main" val="3639799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5538F3AC-9A32-4D0C-24F3-F95E350E6824}"/>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DAFE7A0-8139-CA6C-6FDB-04F3403542E8}"/>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09CD2197-DD36-57C7-B0DC-664941DB694D}"/>
              </a:ext>
            </a:extLst>
          </p:cNvPr>
          <p:cNvSpPr txBox="1"/>
          <p:nvPr/>
        </p:nvSpPr>
        <p:spPr>
          <a:xfrm>
            <a:off x="97971" y="187700"/>
            <a:ext cx="11963400" cy="769441"/>
          </a:xfrm>
          <a:prstGeom prst="rect">
            <a:avLst/>
          </a:prstGeom>
          <a:noFill/>
        </p:spPr>
        <p:txBody>
          <a:bodyPr wrap="square" rtlCol="0">
            <a:spAutoFit/>
          </a:bodyPr>
          <a:lstStyle/>
          <a:p>
            <a:r>
              <a:rPr lang="en-US" sz="2200" b="1" dirty="0">
                <a:solidFill>
                  <a:schemeClr val="bg1"/>
                </a:solidFill>
                <a:latin typeface="Cambria" panose="02040503050406030204" pitchFamily="18" charset="0"/>
                <a:ea typeface="Cambria" panose="02040503050406030204" pitchFamily="18" charset="0"/>
              </a:rPr>
              <a:t>Level-3: Q-1: What factors contribute most to a customer being classified as a return customer?</a:t>
            </a:r>
            <a:endParaRPr lang="en-US" sz="2200" dirty="0">
              <a:solidFill>
                <a:schemeClr val="bg1"/>
              </a:solidFill>
            </a:endParaRPr>
          </a:p>
        </p:txBody>
      </p:sp>
      <p:sp>
        <p:nvSpPr>
          <p:cNvPr id="6" name="TextBox 5">
            <a:extLst>
              <a:ext uri="{FF2B5EF4-FFF2-40B4-BE49-F238E27FC236}">
                <a16:creationId xmlns:a16="http://schemas.microsoft.com/office/drawing/2014/main" id="{FA46856F-5DF3-C735-AD13-19E7232A3BA1}"/>
              </a:ext>
            </a:extLst>
          </p:cNvPr>
          <p:cNvSpPr txBox="1"/>
          <p:nvPr/>
        </p:nvSpPr>
        <p:spPr>
          <a:xfrm>
            <a:off x="7772399" y="1062952"/>
            <a:ext cx="4201885" cy="2893100"/>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indicates that customer satisfaction, purchase amount, website engagement, and subscription status strongly influence whether a customer becomes a return customer.</a:t>
            </a:r>
          </a:p>
          <a:p>
            <a:pPr algn="just"/>
            <a:r>
              <a:rPr lang="en-US" dirty="0">
                <a:solidFill>
                  <a:schemeClr val="bg1"/>
                </a:solidFill>
              </a:rPr>
              <a:t>Customers who spend more time on the website, purchase more items, and provide higher review scores are more likely to return for future purchases.</a:t>
            </a:r>
          </a:p>
        </p:txBody>
      </p:sp>
      <p:sp>
        <p:nvSpPr>
          <p:cNvPr id="7" name="TextBox 6">
            <a:extLst>
              <a:ext uri="{FF2B5EF4-FFF2-40B4-BE49-F238E27FC236}">
                <a16:creationId xmlns:a16="http://schemas.microsoft.com/office/drawing/2014/main" id="{4ED6BD03-57F3-F5F6-FFED-39B8464E4B3E}"/>
              </a:ext>
            </a:extLst>
          </p:cNvPr>
          <p:cNvSpPr txBox="1"/>
          <p:nvPr/>
        </p:nvSpPr>
        <p:spPr>
          <a:xfrm>
            <a:off x="7772399" y="3866929"/>
            <a:ext cx="4201886" cy="2893100"/>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Improving customer satisfaction, delivery efficiency, and website engagement can significantly increase customer retention.</a:t>
            </a:r>
          </a:p>
          <a:p>
            <a:pPr algn="just"/>
            <a:r>
              <a:rPr lang="en-US" dirty="0">
                <a:solidFill>
                  <a:schemeClr val="bg1"/>
                </a:solidFill>
              </a:rPr>
              <a:t>The company should focus on personalized recommendations, loyalty programs, and premium customer experiences to encourage repeat purchases.</a:t>
            </a:r>
          </a:p>
        </p:txBody>
      </p:sp>
      <p:pic>
        <p:nvPicPr>
          <p:cNvPr id="3" name="Picture 2">
            <a:extLst>
              <a:ext uri="{FF2B5EF4-FFF2-40B4-BE49-F238E27FC236}">
                <a16:creationId xmlns:a16="http://schemas.microsoft.com/office/drawing/2014/main" id="{03C6B774-BB82-CCCB-7102-2520CF598F08}"/>
              </a:ext>
            </a:extLst>
          </p:cNvPr>
          <p:cNvPicPr>
            <a:picLocks noChangeAspect="1"/>
          </p:cNvPicPr>
          <p:nvPr/>
        </p:nvPicPr>
        <p:blipFill>
          <a:blip r:embed="rId2"/>
          <a:stretch>
            <a:fillRect/>
          </a:stretch>
        </p:blipFill>
        <p:spPr>
          <a:xfrm>
            <a:off x="130629" y="1152075"/>
            <a:ext cx="7587343" cy="5607954"/>
          </a:xfrm>
          <a:prstGeom prst="rect">
            <a:avLst/>
          </a:prstGeom>
        </p:spPr>
      </p:pic>
    </p:spTree>
    <p:extLst>
      <p:ext uri="{BB962C8B-B14F-4D97-AF65-F5344CB8AC3E}">
        <p14:creationId xmlns:p14="http://schemas.microsoft.com/office/powerpoint/2010/main" val="1715926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F231E95A-E51A-6C10-7CE2-F7036E6D5B48}"/>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B2072407-C05C-5073-A261-73513EE20328}"/>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FDC5479B-773F-FACD-85D5-F5A3F19A9ACA}"/>
              </a:ext>
            </a:extLst>
          </p:cNvPr>
          <p:cNvSpPr txBox="1"/>
          <p:nvPr/>
        </p:nvSpPr>
        <p:spPr>
          <a:xfrm>
            <a:off x="114300" y="373985"/>
            <a:ext cx="11963400" cy="430887"/>
          </a:xfrm>
          <a:prstGeom prst="rect">
            <a:avLst/>
          </a:prstGeom>
          <a:noFill/>
        </p:spPr>
        <p:txBody>
          <a:bodyPr wrap="square" rtlCol="0">
            <a:spAutoFit/>
          </a:bodyPr>
          <a:lstStyle/>
          <a:p>
            <a:r>
              <a:rPr lang="en-US" sz="2200" b="1" dirty="0">
                <a:solidFill>
                  <a:schemeClr val="bg1"/>
                </a:solidFill>
                <a:latin typeface="Cambria" panose="02040503050406030204" pitchFamily="18" charset="0"/>
                <a:ea typeface="Cambria" panose="02040503050406030204" pitchFamily="18" charset="0"/>
              </a:rPr>
              <a:t>Level-3: Q-2: How do payment methods influence customer satisfaction and return rates?</a:t>
            </a:r>
            <a:endParaRPr lang="en-US" sz="2200" dirty="0">
              <a:solidFill>
                <a:schemeClr val="bg1"/>
              </a:solidFill>
            </a:endParaRPr>
          </a:p>
        </p:txBody>
      </p:sp>
      <p:sp>
        <p:nvSpPr>
          <p:cNvPr id="6" name="TextBox 5">
            <a:extLst>
              <a:ext uri="{FF2B5EF4-FFF2-40B4-BE49-F238E27FC236}">
                <a16:creationId xmlns:a16="http://schemas.microsoft.com/office/drawing/2014/main" id="{1DBDF0BE-3155-01DC-DD98-CEA1B428F9B7}"/>
              </a:ext>
            </a:extLst>
          </p:cNvPr>
          <p:cNvSpPr txBox="1"/>
          <p:nvPr/>
        </p:nvSpPr>
        <p:spPr>
          <a:xfrm>
            <a:off x="7772399" y="1062952"/>
            <a:ext cx="4201885" cy="2893100"/>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shows that customer satisfaction and return behavior vary across different payment methods.</a:t>
            </a:r>
          </a:p>
          <a:p>
            <a:pPr algn="just"/>
            <a:r>
              <a:rPr lang="en-US" dirty="0">
                <a:solidFill>
                  <a:schemeClr val="bg1"/>
                </a:solidFill>
              </a:rPr>
              <a:t>Customers using certain payment methods tend to provide higher review scores and demonstrate stronger return customer behavior, suggesting that payment convenience and trust influence customer experience.</a:t>
            </a:r>
          </a:p>
        </p:txBody>
      </p:sp>
      <p:sp>
        <p:nvSpPr>
          <p:cNvPr id="7" name="TextBox 6">
            <a:extLst>
              <a:ext uri="{FF2B5EF4-FFF2-40B4-BE49-F238E27FC236}">
                <a16:creationId xmlns:a16="http://schemas.microsoft.com/office/drawing/2014/main" id="{6C9F08FF-0487-110D-572A-B65F1EF4CEF2}"/>
              </a:ext>
            </a:extLst>
          </p:cNvPr>
          <p:cNvSpPr txBox="1"/>
          <p:nvPr/>
        </p:nvSpPr>
        <p:spPr>
          <a:xfrm>
            <a:off x="7772398" y="4144913"/>
            <a:ext cx="4201886" cy="2339102"/>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The company should optimize secure and convenient payment systems to improve customer satisfaction and retention. Promoting trusted digital payment methods may encourage repeat purchases and enhance overall customer experience.</a:t>
            </a:r>
          </a:p>
        </p:txBody>
      </p:sp>
      <p:pic>
        <p:nvPicPr>
          <p:cNvPr id="4" name="Picture 3">
            <a:extLst>
              <a:ext uri="{FF2B5EF4-FFF2-40B4-BE49-F238E27FC236}">
                <a16:creationId xmlns:a16="http://schemas.microsoft.com/office/drawing/2014/main" id="{A26A912D-CB80-E92A-ADC0-F5D8D119FA2C}"/>
              </a:ext>
            </a:extLst>
          </p:cNvPr>
          <p:cNvPicPr>
            <a:picLocks noChangeAspect="1"/>
          </p:cNvPicPr>
          <p:nvPr/>
        </p:nvPicPr>
        <p:blipFill>
          <a:blip r:embed="rId2"/>
          <a:stretch>
            <a:fillRect/>
          </a:stretch>
        </p:blipFill>
        <p:spPr>
          <a:xfrm>
            <a:off x="114300" y="1215117"/>
            <a:ext cx="7658098" cy="5468711"/>
          </a:xfrm>
          <a:prstGeom prst="rect">
            <a:avLst/>
          </a:prstGeom>
        </p:spPr>
      </p:pic>
    </p:spTree>
    <p:extLst>
      <p:ext uri="{BB962C8B-B14F-4D97-AF65-F5344CB8AC3E}">
        <p14:creationId xmlns:p14="http://schemas.microsoft.com/office/powerpoint/2010/main" val="2945064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37D3D58D-2201-8F94-505C-1D3D3782AE02}"/>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23A7C26B-0A6F-CF1C-0729-A618E835EB3B}"/>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65E8B96F-0565-843E-7EE1-C862828DFE94}"/>
              </a:ext>
            </a:extLst>
          </p:cNvPr>
          <p:cNvSpPr txBox="1"/>
          <p:nvPr/>
        </p:nvSpPr>
        <p:spPr>
          <a:xfrm>
            <a:off x="114300" y="373985"/>
            <a:ext cx="11963400" cy="430887"/>
          </a:xfrm>
          <a:prstGeom prst="rect">
            <a:avLst/>
          </a:prstGeom>
          <a:noFill/>
        </p:spPr>
        <p:txBody>
          <a:bodyPr wrap="square" rtlCol="0">
            <a:spAutoFit/>
          </a:bodyPr>
          <a:lstStyle/>
          <a:p>
            <a:r>
              <a:rPr lang="en-US" sz="2200" b="1" dirty="0">
                <a:solidFill>
                  <a:schemeClr val="bg1"/>
                </a:solidFill>
                <a:latin typeface="Cambria" panose="02040503050406030204" pitchFamily="18" charset="0"/>
                <a:ea typeface="Cambria" panose="02040503050406030204" pitchFamily="18" charset="0"/>
              </a:rPr>
              <a:t>Level-3: Q-3: How does the location influence both purchase amount and delivery time?</a:t>
            </a:r>
            <a:endParaRPr lang="en-US" sz="2200" dirty="0">
              <a:solidFill>
                <a:schemeClr val="bg1"/>
              </a:solidFill>
            </a:endParaRPr>
          </a:p>
        </p:txBody>
      </p:sp>
      <p:sp>
        <p:nvSpPr>
          <p:cNvPr id="6" name="TextBox 5">
            <a:extLst>
              <a:ext uri="{FF2B5EF4-FFF2-40B4-BE49-F238E27FC236}">
                <a16:creationId xmlns:a16="http://schemas.microsoft.com/office/drawing/2014/main" id="{5BDE3DC5-4696-3527-4B21-9946C1A4E702}"/>
              </a:ext>
            </a:extLst>
          </p:cNvPr>
          <p:cNvSpPr txBox="1"/>
          <p:nvPr/>
        </p:nvSpPr>
        <p:spPr>
          <a:xfrm>
            <a:off x="7772399" y="1062952"/>
            <a:ext cx="4201885" cy="2893100"/>
          </a:xfrm>
          <a:prstGeom prst="rect">
            <a:avLst/>
          </a:prstGeom>
          <a:noFill/>
        </p:spPr>
        <p:txBody>
          <a:bodyPr wrap="square" rtlCol="0">
            <a:spAutoFit/>
          </a:bodyPr>
          <a:lstStyle/>
          <a:p>
            <a:pPr algn="just"/>
            <a:r>
              <a:rPr lang="en-US" sz="2000" b="1" u="sng" dirty="0">
                <a:solidFill>
                  <a:srgbClr val="F9BA23"/>
                </a:solidFill>
              </a:rPr>
              <a:t>Interpretation:</a:t>
            </a:r>
            <a:endParaRPr lang="en-US" b="1" u="sng" dirty="0">
              <a:solidFill>
                <a:srgbClr val="F9BA23"/>
              </a:solidFill>
            </a:endParaRPr>
          </a:p>
          <a:p>
            <a:pPr algn="just"/>
            <a:r>
              <a:rPr lang="en-US" dirty="0">
                <a:solidFill>
                  <a:schemeClr val="bg1"/>
                </a:solidFill>
              </a:rPr>
              <a:t>The analysis shows that customer purchasing behavior and delivery performance vary across different locations. Certain locations generate higher average purchase amounts, while some areas experience longer delivery times, indicating regional differences in customer demand and logistics efficiency.</a:t>
            </a:r>
          </a:p>
        </p:txBody>
      </p:sp>
      <p:sp>
        <p:nvSpPr>
          <p:cNvPr id="7" name="TextBox 6">
            <a:extLst>
              <a:ext uri="{FF2B5EF4-FFF2-40B4-BE49-F238E27FC236}">
                <a16:creationId xmlns:a16="http://schemas.microsoft.com/office/drawing/2014/main" id="{434EA183-C9B2-9BA3-9F93-A6F8CE8FA484}"/>
              </a:ext>
            </a:extLst>
          </p:cNvPr>
          <p:cNvSpPr txBox="1"/>
          <p:nvPr/>
        </p:nvSpPr>
        <p:spPr>
          <a:xfrm>
            <a:off x="7772398" y="4144913"/>
            <a:ext cx="4201886" cy="2339102"/>
          </a:xfrm>
          <a:prstGeom prst="rect">
            <a:avLst/>
          </a:prstGeom>
          <a:noFill/>
        </p:spPr>
        <p:txBody>
          <a:bodyPr wrap="square" rtlCol="0">
            <a:spAutoFit/>
          </a:bodyPr>
          <a:lstStyle/>
          <a:p>
            <a:pPr algn="just"/>
            <a:r>
              <a:rPr lang="en-US" sz="2000" b="1" u="sng" dirty="0">
                <a:solidFill>
                  <a:srgbClr val="F9BA23"/>
                </a:solidFill>
              </a:rPr>
              <a:t>Business Insights:</a:t>
            </a:r>
            <a:endParaRPr lang="en-US" b="1" u="sng" dirty="0">
              <a:solidFill>
                <a:srgbClr val="F9BA23"/>
              </a:solidFill>
            </a:endParaRPr>
          </a:p>
          <a:p>
            <a:pPr algn="just"/>
            <a:r>
              <a:rPr lang="en-US" dirty="0">
                <a:solidFill>
                  <a:schemeClr val="bg1"/>
                </a:solidFill>
              </a:rPr>
              <a:t>The company should improve logistics and delivery operations in locations with slower delivery performance to enhance customer experience. High-performing locations with strong purchase activity can be targeted for premium marketing campaigns and inventory expansion.</a:t>
            </a:r>
          </a:p>
        </p:txBody>
      </p:sp>
      <p:pic>
        <p:nvPicPr>
          <p:cNvPr id="3" name="Picture 2">
            <a:extLst>
              <a:ext uri="{FF2B5EF4-FFF2-40B4-BE49-F238E27FC236}">
                <a16:creationId xmlns:a16="http://schemas.microsoft.com/office/drawing/2014/main" id="{4A1A9DE8-DA37-57EB-BEAB-8B0E3B8F6B85}"/>
              </a:ext>
            </a:extLst>
          </p:cNvPr>
          <p:cNvPicPr>
            <a:picLocks noChangeAspect="1"/>
          </p:cNvPicPr>
          <p:nvPr/>
        </p:nvPicPr>
        <p:blipFill>
          <a:blip r:embed="rId2"/>
          <a:stretch>
            <a:fillRect/>
          </a:stretch>
        </p:blipFill>
        <p:spPr>
          <a:xfrm>
            <a:off x="114300" y="1172255"/>
            <a:ext cx="7571014" cy="5500687"/>
          </a:xfrm>
          <a:prstGeom prst="rect">
            <a:avLst/>
          </a:prstGeom>
        </p:spPr>
      </p:pic>
    </p:spTree>
    <p:extLst>
      <p:ext uri="{BB962C8B-B14F-4D97-AF65-F5344CB8AC3E}">
        <p14:creationId xmlns:p14="http://schemas.microsoft.com/office/powerpoint/2010/main" val="3539389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24A6B391-E7DB-1D8A-BAF8-CF9A62EA2C59}"/>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04D1993-8E13-5E5B-4BFF-24C8556C58F9}"/>
              </a:ext>
            </a:extLst>
          </p:cNvPr>
          <p:cNvCxnSpPr>
            <a:cxnSpLocks/>
          </p:cNvCxnSpPr>
          <p:nvPr/>
        </p:nvCxnSpPr>
        <p:spPr>
          <a:xfrm>
            <a:off x="0" y="1066801"/>
            <a:ext cx="12192000" cy="0"/>
          </a:xfrm>
          <a:prstGeom prst="line">
            <a:avLst/>
          </a:prstGeom>
          <a:ln w="50800">
            <a:solidFill>
              <a:srgbClr val="F9BA23"/>
            </a:solidFill>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271E652C-36DF-B662-03F5-3FC55D5C88C5}"/>
              </a:ext>
            </a:extLst>
          </p:cNvPr>
          <p:cNvSpPr txBox="1"/>
          <p:nvPr/>
        </p:nvSpPr>
        <p:spPr>
          <a:xfrm>
            <a:off x="114300" y="373985"/>
            <a:ext cx="11963400" cy="430887"/>
          </a:xfrm>
          <a:prstGeom prst="rect">
            <a:avLst/>
          </a:prstGeom>
          <a:noFill/>
        </p:spPr>
        <p:txBody>
          <a:bodyPr wrap="square" rtlCol="0">
            <a:spAutoFit/>
          </a:bodyPr>
          <a:lstStyle/>
          <a:p>
            <a:r>
              <a:rPr lang="en-US" sz="2200" b="1" dirty="0">
                <a:solidFill>
                  <a:schemeClr val="bg1"/>
                </a:solidFill>
                <a:latin typeface="Cambria" panose="02040503050406030204" pitchFamily="18" charset="0"/>
                <a:ea typeface="Cambria" panose="02040503050406030204" pitchFamily="18" charset="0"/>
              </a:rPr>
              <a:t>Level-3: Q-4: What major insights are found? Give a proper explanation.</a:t>
            </a:r>
            <a:endParaRPr lang="en-US" sz="2200" dirty="0">
              <a:solidFill>
                <a:schemeClr val="bg1"/>
              </a:solidFill>
            </a:endParaRPr>
          </a:p>
        </p:txBody>
      </p:sp>
      <p:sp>
        <p:nvSpPr>
          <p:cNvPr id="7" name="TextBox 6">
            <a:extLst>
              <a:ext uri="{FF2B5EF4-FFF2-40B4-BE49-F238E27FC236}">
                <a16:creationId xmlns:a16="http://schemas.microsoft.com/office/drawing/2014/main" id="{AAC9D68C-22BC-7810-04A6-51C1E7887E20}"/>
              </a:ext>
            </a:extLst>
          </p:cNvPr>
          <p:cNvSpPr txBox="1"/>
          <p:nvPr/>
        </p:nvSpPr>
        <p:spPr>
          <a:xfrm>
            <a:off x="587827" y="1851246"/>
            <a:ext cx="11016346" cy="4708981"/>
          </a:xfrm>
          <a:prstGeom prst="rect">
            <a:avLst/>
          </a:prstGeom>
          <a:noFill/>
        </p:spPr>
        <p:txBody>
          <a:bodyPr wrap="square" rtlCol="0">
            <a:spAutoFit/>
          </a:bodyPr>
          <a:lstStyle/>
          <a:p>
            <a:pPr algn="just"/>
            <a:r>
              <a:rPr lang="en-US" sz="2000" dirty="0">
                <a:solidFill>
                  <a:schemeClr val="bg1"/>
                </a:solidFill>
              </a:rPr>
              <a:t>The overall analysis shows that customer satisfaction, website engagement, delivery efficiency, payment convenience, and promotional strategies significantly influence customer purchasing behavior and retention.</a:t>
            </a:r>
          </a:p>
          <a:p>
            <a:pPr algn="just"/>
            <a:endParaRPr lang="en-US" sz="2000" dirty="0">
              <a:solidFill>
                <a:schemeClr val="bg1"/>
              </a:solidFill>
            </a:endParaRPr>
          </a:p>
          <a:p>
            <a:pPr algn="just"/>
            <a:r>
              <a:rPr lang="en-US" sz="2000" dirty="0">
                <a:solidFill>
                  <a:schemeClr val="bg1"/>
                </a:solidFill>
              </a:rPr>
              <a:t>The business can improve long-term growth by focusing on:</a:t>
            </a:r>
          </a:p>
          <a:p>
            <a:pPr algn="just"/>
            <a:endParaRPr lang="en-US" sz="2000" dirty="0">
              <a:solidFill>
                <a:schemeClr val="bg1"/>
              </a:solidFill>
            </a:endParaRPr>
          </a:p>
          <a:p>
            <a:pPr algn="just"/>
            <a:r>
              <a:rPr lang="en-US" sz="2000" dirty="0">
                <a:solidFill>
                  <a:schemeClr val="bg1"/>
                </a:solidFill>
              </a:rPr>
              <a:t>- Better customer experience</a:t>
            </a:r>
          </a:p>
          <a:p>
            <a:pPr algn="just"/>
            <a:r>
              <a:rPr lang="en-US" sz="2000" dirty="0">
                <a:solidFill>
                  <a:schemeClr val="bg1"/>
                </a:solidFill>
              </a:rPr>
              <a:t>- Faster delivery operations</a:t>
            </a:r>
          </a:p>
          <a:p>
            <a:pPr algn="just"/>
            <a:r>
              <a:rPr lang="en-US" sz="2000" dirty="0">
                <a:solidFill>
                  <a:schemeClr val="bg1"/>
                </a:solidFill>
              </a:rPr>
              <a:t>- Personalized marketing</a:t>
            </a:r>
          </a:p>
          <a:p>
            <a:pPr algn="just"/>
            <a:r>
              <a:rPr lang="en-US" sz="2000" dirty="0">
                <a:solidFill>
                  <a:schemeClr val="bg1"/>
                </a:solidFill>
              </a:rPr>
              <a:t>- Mobile-friendly platform optimization</a:t>
            </a:r>
          </a:p>
          <a:p>
            <a:pPr algn="just"/>
            <a:r>
              <a:rPr lang="en-US" sz="2000" dirty="0">
                <a:solidFill>
                  <a:schemeClr val="bg1"/>
                </a:solidFill>
              </a:rPr>
              <a:t>- Stronger loyalty and subscription programs</a:t>
            </a:r>
          </a:p>
          <a:p>
            <a:pPr algn="just"/>
            <a:r>
              <a:rPr lang="en-US" sz="2000" dirty="0">
                <a:solidFill>
                  <a:schemeClr val="bg1"/>
                </a:solidFill>
              </a:rPr>
              <a:t>- Efficient payment systems</a:t>
            </a:r>
          </a:p>
          <a:p>
            <a:pPr algn="just"/>
            <a:endParaRPr lang="en-US" sz="2000" dirty="0">
              <a:solidFill>
                <a:schemeClr val="bg1"/>
              </a:solidFill>
            </a:endParaRPr>
          </a:p>
          <a:p>
            <a:pPr algn="just"/>
            <a:r>
              <a:rPr lang="en-US" sz="2000" dirty="0">
                <a:solidFill>
                  <a:schemeClr val="bg1"/>
                </a:solidFill>
              </a:rPr>
              <a:t>Using data-driven decision-making will help the company improve customer retention, operational efficiency, and overall revenue performance.</a:t>
            </a:r>
          </a:p>
        </p:txBody>
      </p:sp>
      <p:sp>
        <p:nvSpPr>
          <p:cNvPr id="2" name="TextBox 1">
            <a:extLst>
              <a:ext uri="{FF2B5EF4-FFF2-40B4-BE49-F238E27FC236}">
                <a16:creationId xmlns:a16="http://schemas.microsoft.com/office/drawing/2014/main" id="{2869D580-0359-F650-D82D-ECF07F6F351F}"/>
              </a:ext>
            </a:extLst>
          </p:cNvPr>
          <p:cNvSpPr txBox="1"/>
          <p:nvPr/>
        </p:nvSpPr>
        <p:spPr>
          <a:xfrm>
            <a:off x="4038600" y="1135858"/>
            <a:ext cx="4114800" cy="646331"/>
          </a:xfrm>
          <a:prstGeom prst="rect">
            <a:avLst/>
          </a:prstGeom>
          <a:noFill/>
        </p:spPr>
        <p:txBody>
          <a:bodyPr wrap="square" rtlCol="0">
            <a:spAutoFit/>
          </a:bodyPr>
          <a:lstStyle/>
          <a:p>
            <a:pPr algn="ctr"/>
            <a:r>
              <a:rPr lang="en-US" sz="3600" dirty="0">
                <a:solidFill>
                  <a:srgbClr val="FFC000"/>
                </a:solidFill>
              </a:rPr>
              <a:t>Final Conclusion</a:t>
            </a:r>
          </a:p>
        </p:txBody>
      </p:sp>
    </p:spTree>
    <p:extLst>
      <p:ext uri="{BB962C8B-B14F-4D97-AF65-F5344CB8AC3E}">
        <p14:creationId xmlns:p14="http://schemas.microsoft.com/office/powerpoint/2010/main" val="1549139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1173B"/>
        </a:solidFill>
        <a:effectLst/>
      </p:bgPr>
    </p:bg>
    <p:spTree>
      <p:nvGrpSpPr>
        <p:cNvPr id="1" name="">
          <a:extLst>
            <a:ext uri="{FF2B5EF4-FFF2-40B4-BE49-F238E27FC236}">
              <a16:creationId xmlns:a16="http://schemas.microsoft.com/office/drawing/2014/main" id="{17A78F1D-9AA5-DAD3-79C1-9F44FD16445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4A5DBA-80CA-1CD9-8728-20877331D87F}"/>
              </a:ext>
            </a:extLst>
          </p:cNvPr>
          <p:cNvSpPr txBox="1"/>
          <p:nvPr/>
        </p:nvSpPr>
        <p:spPr>
          <a:xfrm>
            <a:off x="1926770" y="2497976"/>
            <a:ext cx="8338460" cy="1862048"/>
          </a:xfrm>
          <a:prstGeom prst="rect">
            <a:avLst/>
          </a:prstGeom>
          <a:noFill/>
        </p:spPr>
        <p:txBody>
          <a:bodyPr wrap="square" rtlCol="0">
            <a:spAutoFit/>
          </a:bodyPr>
          <a:lstStyle/>
          <a:p>
            <a:pPr algn="ctr"/>
            <a:r>
              <a:rPr lang="en-US" sz="11500" b="1" dirty="0">
                <a:solidFill>
                  <a:srgbClr val="FFC000"/>
                </a:solidFill>
              </a:rPr>
              <a:t>Thank You</a:t>
            </a:r>
          </a:p>
        </p:txBody>
      </p:sp>
    </p:spTree>
    <p:extLst>
      <p:ext uri="{BB962C8B-B14F-4D97-AF65-F5344CB8AC3E}">
        <p14:creationId xmlns:p14="http://schemas.microsoft.com/office/powerpoint/2010/main" val="7493224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330</TotalTime>
  <Words>1813</Words>
  <Application>Microsoft Office PowerPoint</Application>
  <PresentationFormat>Widescreen</PresentationFormat>
  <Paragraphs>141</Paragraphs>
  <Slides>22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a92067</dc:creator>
  <cp:lastModifiedBy>a92067</cp:lastModifiedBy>
  <cp:revision>1</cp:revision>
  <dcterms:created xsi:type="dcterms:W3CDTF">2026-05-27T13:55:20Z</dcterms:created>
  <dcterms:modified xsi:type="dcterms:W3CDTF">2026-05-28T15:26:06Z</dcterms:modified>
</cp:coreProperties>
</file>